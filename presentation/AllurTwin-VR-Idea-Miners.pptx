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18cfa691824d44" /><Relationship Type="http://schemas.openxmlformats.org/officeDocument/2006/relationships/extended-properties" Target="/docProps/app.xml" Id="Rf7bf31172c7d4cbd" /><Relationship Type="http://schemas.openxmlformats.org/officeDocument/2006/relationships/officeDocument" Target="/ppt/presentation.xml" Id="R70e38f1f9c7e46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ef2bc47ff14ae3"/>
  </p:sldMasterIdLst>
  <p:notesMasterIdLst>
    <p:notesMasterId xmlns:r="http://schemas.openxmlformats.org/officeDocument/2006/relationships" r:id="Rbcde80eb939742ce"/>
  </p:notesMasterIdLst>
  <p:sldIdLst>
    <p:sldId xmlns:r="http://schemas.openxmlformats.org/officeDocument/2006/relationships" id="256" r:id="R70b2ef925ff942e7"/>
    <p:sldId xmlns:r="http://schemas.openxmlformats.org/officeDocument/2006/relationships" id="257" r:id="Rb5f2c8584e9f4b72"/>
    <p:sldId xmlns:r="http://schemas.openxmlformats.org/officeDocument/2006/relationships" id="258" r:id="R7fa772ce851c4c72"/>
    <p:sldId xmlns:r="http://schemas.openxmlformats.org/officeDocument/2006/relationships" id="259" r:id="Rdb819391cae2470f"/>
    <p:sldId xmlns:r="http://schemas.openxmlformats.org/officeDocument/2006/relationships" id="260" r:id="R8b47dd12403e4586"/>
    <p:sldId xmlns:r="http://schemas.openxmlformats.org/officeDocument/2006/relationships" id="261" r:id="R4938ba8717c0479d"/>
    <p:sldId xmlns:r="http://schemas.openxmlformats.org/officeDocument/2006/relationships" id="262" r:id="R3cd99bae2177478f"/>
    <p:sldId xmlns:r="http://schemas.openxmlformats.org/officeDocument/2006/relationships" id="263" r:id="Rb4e39cadd45e48b3"/>
    <p:sldId xmlns:r="http://schemas.openxmlformats.org/officeDocument/2006/relationships" id="264" r:id="R452fcf12bfda43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1b1ea6b4014c16" /><Relationship Type="http://schemas.openxmlformats.org/officeDocument/2006/relationships/slideMaster" Target="/ppt/slideMasters/slideMaster1.xml" Id="R65ef2bc47ff14ae3" /><Relationship Type="http://schemas.openxmlformats.org/officeDocument/2006/relationships/notesMaster" Target="/ppt/notesMasters/notesMaster1.xml" Id="Rbcde80eb939742ce" /><Relationship Type="http://schemas.openxmlformats.org/officeDocument/2006/relationships/presProps" Target="/ppt/presProps.xml" Id="R88d5d14e677d46f0" /><Relationship Type="http://schemas.openxmlformats.org/officeDocument/2006/relationships/tableStyles" Target="/ppt/tableStyles.xml" Id="R6b83ef35b08f4e82" /><Relationship Type="http://schemas.openxmlformats.org/officeDocument/2006/relationships/slide" Target="/ppt/slides/slide1.xml" Id="R70b2ef925ff942e7" /><Relationship Type="http://schemas.openxmlformats.org/officeDocument/2006/relationships/slide" Target="/ppt/slides/slide2.xml" Id="Rb5f2c8584e9f4b72" /><Relationship Type="http://schemas.openxmlformats.org/officeDocument/2006/relationships/slide" Target="/ppt/slides/slide3.xml" Id="R7fa772ce851c4c72" /><Relationship Type="http://schemas.openxmlformats.org/officeDocument/2006/relationships/slide" Target="/ppt/slides/slide4.xml" Id="Rdb819391cae2470f" /><Relationship Type="http://schemas.openxmlformats.org/officeDocument/2006/relationships/slide" Target="/ppt/slides/slide5.xml" Id="R8b47dd12403e4586" /><Relationship Type="http://schemas.openxmlformats.org/officeDocument/2006/relationships/slide" Target="/ppt/slides/slide6.xml" Id="R4938ba8717c0479d" /><Relationship Type="http://schemas.openxmlformats.org/officeDocument/2006/relationships/slide" Target="/ppt/slides/slide7.xml" Id="R3cd99bae2177478f" /><Relationship Type="http://schemas.openxmlformats.org/officeDocument/2006/relationships/slide" Target="/ppt/slides/slide8.xml" Id="Rb4e39cadd45e48b3" /><Relationship Type="http://schemas.openxmlformats.org/officeDocument/2006/relationships/slide" Target="/ppt/slides/slide9.xml" Id="R452fcf12bfda43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41d4388048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82d4518ee645d1" /><Relationship Type="http://schemas.openxmlformats.org/officeDocument/2006/relationships/notesMaster" Target="/ppt/notesMasters/notesMaster1.xml" Id="Rbe03ebec15a34c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db239da7f44744" /><Relationship Type="http://schemas.openxmlformats.org/officeDocument/2006/relationships/notesMaster" Target="/ppt/notesMasters/notesMaster1.xml" Id="R377bff7a01e849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4f128eb5cd4ec1" /><Relationship Type="http://schemas.openxmlformats.org/officeDocument/2006/relationships/notesMaster" Target="/ppt/notesMasters/notesMaster1.xml" Id="R70a9ce30df6c40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59e025dd2840c2" /><Relationship Type="http://schemas.openxmlformats.org/officeDocument/2006/relationships/notesMaster" Target="/ppt/notesMasters/notesMaster1.xml" Id="Rb2e9593c00104b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375023b71d43a6" /><Relationship Type="http://schemas.openxmlformats.org/officeDocument/2006/relationships/notesMaster" Target="/ppt/notesMasters/notesMaster1.xml" Id="Rcf97ff74320340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2337ca12034ec1" /><Relationship Type="http://schemas.openxmlformats.org/officeDocument/2006/relationships/notesMaster" Target="/ppt/notesMasters/notesMaster1.xml" Id="R0de70500b2904c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3d64aec556408c" /><Relationship Type="http://schemas.openxmlformats.org/officeDocument/2006/relationships/notesMaster" Target="/ppt/notesMasters/notesMaster1.xml" Id="Rc69c07dbeb3747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1bf449e5cc40d8" /><Relationship Type="http://schemas.openxmlformats.org/officeDocument/2006/relationships/notesMaster" Target="/ppt/notesMasters/notesMaster1.xml" Id="Rb6098dba475740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72ed9f1b584edc" /><Relationship Type="http://schemas.openxmlformats.org/officeDocument/2006/relationships/notesMaster" Target="/ppt/notesMasters/notesMaster1.xml" Id="R3295ce76ad8741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AllurTwin VR помогает студентам и начинающим операторам осваивать производственные операции в виртуальном цехе. Работающий учебный прототип использует VIVE Pro 2 и штатные контроллеры. Кадр справа снят внутри нашего приложения. Команда Ctrl Ai из Караганды. Контакт: Андрей, Telegram или WhatsApp, +7 747 173 26 58. Это собственная учебная симуляция, не подтверждённое партнёрство с автомобильным производителем.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workshop/unity/Logs/welding-line.png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Целевая проблема возникает при подготовке студентов, вводе новых работников и изменении операций. Альтернативы сегодня: теория, видео, учебные стенды и практика с наставником на оборудовании. Денежная стоимость времени наставника, простоя и брака пока не измерена. На пилоте планируется собрать эти данные у конкретного учреждения. Изображение показывает модели рук из приложения, не физическое отслеживание пальцев.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unity/Logs/hands-open-preview.png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пользователя: надеть очки, выбрать робота, включить ручной режим, удерживать курок для ведения, отпустить для остановки. Кроме сварки и покраски есть транспортировка, контроль качества и сборка учебного шкафа. Автоматические проверки подтвердили запуск Mono, загрузку сцены, аутентификацию и телеметрию четырёх станций. Пользователь ранее подтвердил плавное ведение робота. Улучшение качества обучения пока не измеряли. AMAS и Siemens не подключены к прототипу, физическое управление роботами не выполняется.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workshop/unity/Logs/allurtwin-vr-analytics.png</a:t>
            </a:r>
          </a:p>
          <a:p xmlns:a="http://schemas.openxmlformats.org/drawingml/2006/main">
            <a:r>
              <a:t>release/verification-mono-fix.json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Расчёт снизу вверх: 706 самостоятельных организаций ТиПО по БНС, предполагаемые 20% релевантных учреждений и предполагаемая годовая лицензия $2 000. Получается $282 400 в год. 20% и цена не подтверждены интервью или продажами. Производственные учебные центры и вузы не включены, чтобы не складывать неподтверждённые количества. 16,4 млрд долларов — оценка широкого мирового рынка иммерсивного обучения за 2024 год, с аппаратной частью, программным обеспечением и услугами. Это смежный ориентир, не TAM нашего узкого продукта.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https://stat.gov.kz/ru/industries/social-statistics/stat-edu-science-inno/publications/358719/</a:t>
            </a:r>
          </a:p>
          <a:p xmlns:a="http://schemas.openxmlformats.org/drawingml/2006/main">
            <a:r>
              <a:t>https://www.grandviewresearch.com/industry-analysis/immersive-training-market-report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планируемая модель монетизации, действующие продажи не подтверждены. Первое коммерческое предложение — платный пилот с согласованным учебным заданием. Далее годовая лицензия, при необходимости заказные сценарии и поддержка. $2 000 — проверяемая гипотеза за организацию, не установленная цена и не цена VR-оборудования. Количество мест и состав обслуживания нужно определить после интервью. Разовая адаптация оплачивается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unity/Logs/cabinet-assembled.png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Готов MVP: Unity/OpenXR VR-клиент, сервер кинематической симуляции, Allur Twin, локальный Qwen3:4b, учебный шкаф и полный маршрут автомобиля до стоянки. Исправленная portable-сборка v1.1 прошла распаковку и проверку SHA256 для 3323 файлов. Подтверждены запуск сцены, телеметрия 4 станций и отсутствие дублирующего запуска. Это технические результаты, не доказательство рыночного спроса. Информация о подписанных договорах, платных клиентах и выручке не предоставлена.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workshop/unity/Logs/finishing-overview.png</a:t>
            </a:r>
          </a:p>
          <a:p xmlns:a="http://schemas.openxmlformats.org/drawingml/2006/main">
            <a:r>
              <a:t>release/verification-mono-fix.json</a:t>
            </a:r>
          </a:p>
          <a:p xmlns:a="http://schemas.openxmlformats.org/drawingml/2006/main">
            <a:r>
              <a:t>release/verification-files-v1.1.json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RoboDK поддерживает VR и офлайн-программирование; нельзя заявлять, что VR есть только у нас. Для учебного класса RoboDK публикует цену по запросу. Siemens Process Simulate X VR предлагает VR-обзор и анализ производственных сцен. В интернет-магазине для США при проверке 19.10.2026 указана годовая подписка $5 229 на дополнение VR. Это не стоимость всего комплекса Process Simulate и не сопоставимый полный комплект внедрения. Ограничения в последней колонке — наша оценка применимости для конкретного учебного сценария, а не доказательство общего превосходства продукта. Цена AllurTwin — гипотеза.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https://robodk.com/pricing</a:t>
            </a:r>
          </a:p>
          <a:p xmlns:a="http://schemas.openxmlformats.org/drawingml/2006/main">
            <a:r>
              <a:t>https://www.robodk.com/doc/en/Virtual-Reality.html</a:t>
            </a:r>
          </a:p>
          <a:p xmlns:a="http://schemas.openxmlformats.org/drawingml/2006/main">
            <a:r>
              <a:t>https://www.dex.siemens.com/plm/tecnomatix/tecnomatix-process-simulate-x-virtual-reality?cclcl=en_US</a:t>
            </a:r>
          </a:p>
          <a:p xmlns:a="http://schemas.openxmlformats.org/drawingml/2006/main">
            <a:r>
              <a:t>https://www.siemens.com/cs-cz/products/tecnomatix/offerings/process-simulate-x-virtual-reality/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Ctrl Ai, город Караганда. Забусов Андрей Викторович — капитан команды. Мурсалов Рамал Мубариз оглы — участник команды. Контакт для связи: Андрей, Telegram / WhatsApp, +7 747 173 26 58. Имена и контакт предоставлены командой. Справа перечислены направления выполненной работы проекта. Персональное распределение технических обязанностей и предыдущий опыт участников не заявлены.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оценивает примерную стоимость проекта в $7 000–9 000. В презентации эта сумма обозначена как предварительный бюджет проекта. Это не подтверждённая выручка, не стоимость годовой лицензии и не утверждённая смета. Сроки, состав затрат, собственный вклад и требуемая сумма внешнего финансирования подлежат согласованию. Предлагаемые направления работ: учебные сценарии, интерфейс, оптимизация и проведение пилота. Запрос к партнёрам: одна учебная площадка, преподаватель и группа участников. Критерии пилота: время выполнения задания, ошибки и удобство. Связь с капитаном команды Андреем: Telegram / WhatsApp, +7 747 173 26 58.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workshop/unity/Logs/parked-vehicle.png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7538051734e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46f15516a45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006295c0049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34a23885348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cf447f0604b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069c5b02246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09D747-E090-4F62-80AB-FE0ACEE7AE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501B4D-992F-4E82-8EE9-6F887C998B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86012E-B9B9-4E83-8C9A-C0259772A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97D63D-92F5-4245-9A92-BB276284A0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614E18-5469-4EEC-8D0F-237CDC4C3A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961520-8BC9-4DD8-B22A-F11987746C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AD998D-8E7E-44F7-8891-D4F406808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2D26B8-0176-4B24-8864-62F01BDD95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05D50E-387B-493D-A4D8-3ED1A7ED47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E57B44-E05B-4961-A7D6-B838044E52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e357df2868448e" /><Relationship Type="http://schemas.openxmlformats.org/officeDocument/2006/relationships/slideLayout" Target="/ppt/slideLayouts/slideLayout1.xml" Id="R8466a19dee534064" /><Relationship Type="http://schemas.openxmlformats.org/officeDocument/2006/relationships/slideLayout" Target="/ppt/slideLayouts/slideLayout2.xml" Id="R34566dfe902a43cf" /><Relationship Type="http://schemas.openxmlformats.org/officeDocument/2006/relationships/slideLayout" Target="/ppt/slideLayouts/slideLayout3.xml" Id="R3397e0724b0e4cc9" /><Relationship Type="http://schemas.openxmlformats.org/officeDocument/2006/relationships/slideLayout" Target="/ppt/slideLayouts/slideLayout4.xml" Id="R1102a070a09c49a1" /><Relationship Type="http://schemas.openxmlformats.org/officeDocument/2006/relationships/slideLayout" Target="/ppt/slideLayouts/slideLayout5.xml" Id="R9395f14eb70647d3" /><Relationship Type="http://schemas.openxmlformats.org/officeDocument/2006/relationships/slideLayout" Target="/ppt/slideLayouts/slideLayout6.xml" Id="R127e69798f054a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66a19dee534064"/>
    <p:sldLayoutId xmlns:r="http://schemas.openxmlformats.org/officeDocument/2006/relationships" id="2147483650" r:id="R34566dfe902a43cf"/>
    <p:sldLayoutId xmlns:r="http://schemas.openxmlformats.org/officeDocument/2006/relationships" id="2147483651" r:id="R3397e0724b0e4cc9"/>
    <p:sldLayoutId xmlns:r="http://schemas.openxmlformats.org/officeDocument/2006/relationships" id="2147483652" r:id="R1102a070a09c49a1"/>
    <p:sldLayoutId xmlns:r="http://schemas.openxmlformats.org/officeDocument/2006/relationships" id="2147483653" r:id="R9395f14eb70647d3"/>
    <p:sldLayoutId xmlns:r="http://schemas.openxmlformats.org/officeDocument/2006/relationships" id="2147483654" r:id="R127e69798f054a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9469f090a14906" /><Relationship Type="http://schemas.openxmlformats.org/officeDocument/2006/relationships/image" Target="/ppt/media/image.png" Id="Rd0999313dedf44ca" /><Relationship Type="http://schemas.openxmlformats.org/officeDocument/2006/relationships/notesSlide" Target="/ppt/notesSlides/notesSlide1.xml" Id="Rd5d61849348d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7e52d595f4d8b" /><Relationship Type="http://schemas.openxmlformats.org/officeDocument/2006/relationships/image" Target="/ppt/media/image2.png" Id="R8f26b822b6f44a17" /><Relationship Type="http://schemas.openxmlformats.org/officeDocument/2006/relationships/notesSlide" Target="/ppt/notesSlides/notesSlide2.xml" Id="R3a0712a7d8104c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a3de8397c40e1" /><Relationship Type="http://schemas.openxmlformats.org/officeDocument/2006/relationships/image" Target="/ppt/media/image3.png" Id="R8e2cc13d5cd940f5" /><Relationship Type="http://schemas.openxmlformats.org/officeDocument/2006/relationships/notesSlide" Target="/ppt/notesSlides/notesSlide3.xml" Id="R641d0e6965304d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959632030c4e5e" /><Relationship Type="http://schemas.openxmlformats.org/officeDocument/2006/relationships/notesSlide" Target="/ppt/notesSlides/notesSlide4.xml" Id="R513eeb276bfb44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44777185364022" /><Relationship Type="http://schemas.openxmlformats.org/officeDocument/2006/relationships/image" Target="/ppt/media/image4.png" Id="R7b9ff094b91b44fe" /><Relationship Type="http://schemas.openxmlformats.org/officeDocument/2006/relationships/notesSlide" Target="/ppt/notesSlides/notesSlide5.xml" Id="Rb3fec6f6377d47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5c1333ec14621" /><Relationship Type="http://schemas.openxmlformats.org/officeDocument/2006/relationships/image" Target="/ppt/media/image5.png" Id="Rc530e2cf0d7f4e04" /><Relationship Type="http://schemas.openxmlformats.org/officeDocument/2006/relationships/notesSlide" Target="/ppt/notesSlides/notesSlide6.xml" Id="R15e854e9f4244d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1fd7e8b5a48b8" /><Relationship Type="http://schemas.openxmlformats.org/officeDocument/2006/relationships/notesSlide" Target="/ppt/notesSlides/notesSlide7.xml" Id="R27dbbbfb312f4a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579d17d6e44d47" /><Relationship Type="http://schemas.openxmlformats.org/officeDocument/2006/relationships/notesSlide" Target="/ppt/notesSlides/notesSlide8.xml" Id="R45d14892ce064d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42a862d804e7d" /><Relationship Type="http://schemas.openxmlformats.org/officeDocument/2006/relationships/image" Target="/ppt/media/image6.png" Id="R555a2ab03a97436e" /><Relationship Type="http://schemas.openxmlformats.org/officeDocument/2006/relationships/notesSlide" Target="/ppt/notesSlides/notesSlide9.xml" Id="R093675801f9a4f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335B5-4DD7-4EC8-BBDF-0DE68EA28E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99313dedf44ca"/>
          <a:srcRect xmlns:a="http://schemas.openxmlformats.org/drawingml/2006/main" l="17014" t="0" r="170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F5CFF-38DE-49A7-B55C-248441D1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9C5FF"/>
                </a:solidFill>
              </a:defRPr>
            </a:defPPr>
            <a:lvl1pPr>
              <a:defRPr sz="1500" b="1">
                <a:solidFill>
                  <a:srgbClr val="79C5FF"/>
                </a:solidFill>
              </a:defRPr>
            </a:lvl1pPr>
            <a:lvl2pPr>
              <a:defRPr sz="1500" b="1">
                <a:solidFill>
                  <a:srgbClr val="79C5FF"/>
                </a:solidFill>
              </a:defRPr>
            </a:lvl2pPr>
            <a:lvl3pPr>
              <a:defRPr sz="1500" b="1">
                <a:solidFill>
                  <a:srgbClr val="79C5FF"/>
                </a:solidFill>
              </a:defRPr>
            </a:lvl3pPr>
            <a:lvl4pPr>
              <a:defRPr sz="1500" b="1">
                <a:solidFill>
                  <a:srgbClr val="79C5FF"/>
                </a:solidFill>
              </a:defRPr>
            </a:lvl4pPr>
            <a:lvl5pPr>
              <a:defRPr sz="1500" b="1">
                <a:solidFill>
                  <a:srgbClr val="79C5FF"/>
                </a:solidFill>
              </a:defRPr>
            </a:lvl5pPr>
            <a:lvl6pPr>
              <a:defRPr sz="1500" b="1">
                <a:solidFill>
                  <a:srgbClr val="79C5FF"/>
                </a:solidFill>
              </a:defRPr>
            </a:lvl6pPr>
            <a:lvl7pPr>
              <a:defRPr sz="1500" b="1">
                <a:solidFill>
                  <a:srgbClr val="79C5FF"/>
                </a:solidFill>
              </a:defRPr>
            </a:lvl7pPr>
            <a:lvl8pPr>
              <a:defRPr sz="1500" b="1">
                <a:solidFill>
                  <a:srgbClr val="79C5FF"/>
                </a:solidFill>
              </a:defRPr>
            </a:lvl8pPr>
            <a:lvl9pPr>
              <a:defRPr sz="1500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9C5FF"/>
                </a:solidFill>
              </a:defRPr>
            </a:pPr>
            <a:r>
              <a:rPr sz="1500" b="1">
                <a:solidFill>
                  <a:srgbClr val="79C5FF"/>
                </a:solidFill>
              </a:rPr>
              <a:t>IDEA MINERS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219AE-5D06-4232-A123-07A5C667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4286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F5F7F7"/>
                </a:solidFill>
              </a:defRPr>
            </a:defPPr>
            <a:lvl1pPr>
              <a:defRPr sz="5850" b="1">
                <a:solidFill>
                  <a:srgbClr val="F5F7F7"/>
                </a:solidFill>
              </a:defRPr>
            </a:lvl1pPr>
            <a:lvl2pPr>
              <a:defRPr sz="5850" b="1">
                <a:solidFill>
                  <a:srgbClr val="F5F7F7"/>
                </a:solidFill>
              </a:defRPr>
            </a:lvl2pPr>
            <a:lvl3pPr>
              <a:defRPr sz="5850" b="1">
                <a:solidFill>
                  <a:srgbClr val="F5F7F7"/>
                </a:solidFill>
              </a:defRPr>
            </a:lvl3pPr>
            <a:lvl4pPr>
              <a:defRPr sz="5850" b="1">
                <a:solidFill>
                  <a:srgbClr val="F5F7F7"/>
                </a:solidFill>
              </a:defRPr>
            </a:lvl4pPr>
            <a:lvl5pPr>
              <a:defRPr sz="5850" b="1">
                <a:solidFill>
                  <a:srgbClr val="F5F7F7"/>
                </a:solidFill>
              </a:defRPr>
            </a:lvl5pPr>
            <a:lvl6pPr>
              <a:defRPr sz="5850" b="1">
                <a:solidFill>
                  <a:srgbClr val="F5F7F7"/>
                </a:solidFill>
              </a:defRPr>
            </a:lvl6pPr>
            <a:lvl7pPr>
              <a:defRPr sz="5850" b="1">
                <a:solidFill>
                  <a:srgbClr val="F5F7F7"/>
                </a:solidFill>
              </a:defRPr>
            </a:lvl7pPr>
            <a:lvl8pPr>
              <a:defRPr sz="5850" b="1">
                <a:solidFill>
                  <a:srgbClr val="F5F7F7"/>
                </a:solidFill>
              </a:defRPr>
            </a:lvl8pPr>
            <a:lvl9pPr>
              <a:defRPr sz="5850" b="1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F5F7F7"/>
                </a:solidFill>
              </a:defRPr>
            </a:pPr>
            <a:r>
              <a:rPr sz="5850" b="1">
                <a:solidFill>
                  <a:srgbClr val="F5F7F7"/>
                </a:solidFill>
              </a:rPr>
              <a:t>AllurTwin</a:t>
            </a:r>
          </a:p>
          <a:p xmlns:a="http://schemas.openxmlformats.org/drawingml/2006/main">
            <a:pPr>
              <a:defRPr sz="5850" b="1">
                <a:solidFill>
                  <a:srgbClr val="F5F7F7"/>
                </a:solidFill>
              </a:defRPr>
            </a:pPr>
            <a:r>
              <a:rPr sz="5850" b="1">
                <a:solidFill>
                  <a:srgbClr val="F5F7F7"/>
                </a:solidFill>
              </a:rPr>
              <a:t>VR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F60E0-30B9-498F-9292-7C6AEA15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05225"/>
            <a:ext cx="41338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5F7F7"/>
                </a:solidFill>
              </a:defRPr>
            </a:defPPr>
            <a:lvl1pPr>
              <a:defRPr sz="2250" b="0">
                <a:solidFill>
                  <a:srgbClr val="F5F7F7"/>
                </a:solidFill>
              </a:defRPr>
            </a:lvl1pPr>
            <a:lvl2pPr>
              <a:defRPr sz="2250" b="0">
                <a:solidFill>
                  <a:srgbClr val="F5F7F7"/>
                </a:solidFill>
              </a:defRPr>
            </a:lvl2pPr>
            <a:lvl3pPr>
              <a:defRPr sz="2250" b="0">
                <a:solidFill>
                  <a:srgbClr val="F5F7F7"/>
                </a:solidFill>
              </a:defRPr>
            </a:lvl3pPr>
            <a:lvl4pPr>
              <a:defRPr sz="2250" b="0">
                <a:solidFill>
                  <a:srgbClr val="F5F7F7"/>
                </a:solidFill>
              </a:defRPr>
            </a:lvl4pPr>
            <a:lvl5pPr>
              <a:defRPr sz="2250" b="0">
                <a:solidFill>
                  <a:srgbClr val="F5F7F7"/>
                </a:solidFill>
              </a:defRPr>
            </a:lvl5pPr>
            <a:lvl6pPr>
              <a:defRPr sz="2250" b="0">
                <a:solidFill>
                  <a:srgbClr val="F5F7F7"/>
                </a:solidFill>
              </a:defRPr>
            </a:lvl6pPr>
            <a:lvl7pPr>
              <a:defRPr sz="2250" b="0">
                <a:solidFill>
                  <a:srgbClr val="F5F7F7"/>
                </a:solidFill>
              </a:defRPr>
            </a:lvl7pPr>
            <a:lvl8pPr>
              <a:defRPr sz="2250" b="0">
                <a:solidFill>
                  <a:srgbClr val="F5F7F7"/>
                </a:solidFill>
              </a:defRPr>
            </a:lvl8pPr>
            <a:lvl9pPr>
              <a:defRPr sz="2250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5F7F7"/>
                </a:solidFill>
              </a:defRPr>
            </a:pPr>
            <a:r>
              <a:rPr sz="2250" b="0">
                <a:solidFill>
                  <a:srgbClr val="F5F7F7"/>
                </a:solidFill>
              </a:rPr>
              <a:t>Виртуальный завод</a:t>
            </a:r>
          </a:p>
          <a:p xmlns:a="http://schemas.openxmlformats.org/drawingml/2006/main">
            <a:pPr>
              <a:defRPr sz="2250" b="0">
                <a:solidFill>
                  <a:srgbClr val="F5F7F7"/>
                </a:solidFill>
              </a:defRPr>
            </a:pPr>
            <a:r>
              <a:rPr sz="2250" b="0">
                <a:solidFill>
                  <a:srgbClr val="F5F7F7"/>
                </a:solidFill>
              </a:rPr>
              <a:t>для обучения работе</a:t>
            </a:r>
          </a:p>
          <a:p xmlns:a="http://schemas.openxmlformats.org/drawingml/2006/main">
            <a:pPr>
              <a:defRPr sz="2250" b="0">
                <a:solidFill>
                  <a:srgbClr val="F5F7F7"/>
                </a:solidFill>
              </a:defRPr>
            </a:pPr>
            <a:r>
              <a:rPr sz="2250" b="0">
                <a:solidFill>
                  <a:srgbClr val="F5F7F7"/>
                </a:solidFill>
              </a:rPr>
              <a:t>с промышленными роботами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DC776-ADDE-4E13-8492-D7AC829B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9C5FF"/>
                </a:solidFill>
              </a:defRPr>
            </a:defPPr>
            <a:lvl1pPr>
              <a:defRPr sz="2100" b="1">
                <a:solidFill>
                  <a:srgbClr val="79C5FF"/>
                </a:solidFill>
              </a:defRPr>
            </a:lvl1pPr>
            <a:lvl2pPr>
              <a:defRPr sz="2100" b="1">
                <a:solidFill>
                  <a:srgbClr val="79C5FF"/>
                </a:solidFill>
              </a:defRPr>
            </a:lvl2pPr>
            <a:lvl3pPr>
              <a:defRPr sz="2100" b="1">
                <a:solidFill>
                  <a:srgbClr val="79C5FF"/>
                </a:solidFill>
              </a:defRPr>
            </a:lvl3pPr>
            <a:lvl4pPr>
              <a:defRPr sz="2100" b="1">
                <a:solidFill>
                  <a:srgbClr val="79C5FF"/>
                </a:solidFill>
              </a:defRPr>
            </a:lvl4pPr>
            <a:lvl5pPr>
              <a:defRPr sz="2100" b="1">
                <a:solidFill>
                  <a:srgbClr val="79C5FF"/>
                </a:solidFill>
              </a:defRPr>
            </a:lvl5pPr>
            <a:lvl6pPr>
              <a:defRPr sz="2100" b="1">
                <a:solidFill>
                  <a:srgbClr val="79C5FF"/>
                </a:solidFill>
              </a:defRPr>
            </a:lvl6pPr>
            <a:lvl7pPr>
              <a:defRPr sz="2100" b="1">
                <a:solidFill>
                  <a:srgbClr val="79C5FF"/>
                </a:solidFill>
              </a:defRPr>
            </a:lvl7pPr>
            <a:lvl8pPr>
              <a:defRPr sz="2100" b="1">
                <a:solidFill>
                  <a:srgbClr val="79C5FF"/>
                </a:solidFill>
              </a:defRPr>
            </a:lvl8pPr>
            <a:lvl9pPr>
              <a:defRPr sz="2100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9C5FF"/>
                </a:solidFill>
              </a:defRPr>
            </a:pPr>
            <a:r>
              <a:rPr sz="2100" b="1">
                <a:solidFill>
                  <a:srgbClr val="79C5FF"/>
                </a:solidFill>
              </a:rPr>
              <a:t>Ctrl Ai / Караганда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C834D-85F5-4C25-993B-77F00AD7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FC0CB"/>
                </a:solidFill>
              </a:defRPr>
            </a:defPPr>
            <a:lvl1pPr>
              <a:defRPr sz="1500" b="0">
                <a:solidFill>
                  <a:srgbClr val="AFC0CB"/>
                </a:solidFill>
              </a:defRPr>
            </a:lvl1pPr>
            <a:lvl2pPr>
              <a:defRPr sz="1500" b="0">
                <a:solidFill>
                  <a:srgbClr val="AFC0CB"/>
                </a:solidFill>
              </a:defRPr>
            </a:lvl2pPr>
            <a:lvl3pPr>
              <a:defRPr sz="1500" b="0">
                <a:solidFill>
                  <a:srgbClr val="AFC0CB"/>
                </a:solidFill>
              </a:defRPr>
            </a:lvl3pPr>
            <a:lvl4pPr>
              <a:defRPr sz="1500" b="0">
                <a:solidFill>
                  <a:srgbClr val="AFC0CB"/>
                </a:solidFill>
              </a:defRPr>
            </a:lvl4pPr>
            <a:lvl5pPr>
              <a:defRPr sz="1500" b="0">
                <a:solidFill>
                  <a:srgbClr val="AFC0CB"/>
                </a:solidFill>
              </a:defRPr>
            </a:lvl5pPr>
            <a:lvl6pPr>
              <a:defRPr sz="1500" b="0">
                <a:solidFill>
                  <a:srgbClr val="AFC0CB"/>
                </a:solidFill>
              </a:defRPr>
            </a:lvl6pPr>
            <a:lvl7pPr>
              <a:defRPr sz="1500" b="0">
                <a:solidFill>
                  <a:srgbClr val="AFC0CB"/>
                </a:solidFill>
              </a:defRPr>
            </a:lvl7pPr>
            <a:lvl8pPr>
              <a:defRPr sz="1500" b="0">
                <a:solidFill>
                  <a:srgbClr val="AFC0CB"/>
                </a:solidFill>
              </a:defRPr>
            </a:lvl8pPr>
            <a:lvl9pPr>
              <a:defRPr sz="1500" b="0">
                <a:solidFill>
                  <a:srgbClr val="AFC0C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FC0CB"/>
                </a:solidFill>
              </a:defRPr>
            </a:pPr>
            <a:r>
              <a:rPr sz="1500" b="0">
                <a:solidFill>
                  <a:srgbClr val="AFC0CB"/>
                </a:solidFill>
              </a:rPr>
              <a:t>Андрей: +7 747 173 26 58</a:t>
            </a:r>
          </a:p>
          <a:p xmlns:a="http://schemas.openxmlformats.org/drawingml/2006/main">
            <a:pPr>
              <a:defRPr sz="1500" b="0">
                <a:solidFill>
                  <a:srgbClr val="AFC0CB"/>
                </a:solidFill>
              </a:defRPr>
            </a:pPr>
            <a:r>
              <a:rPr sz="1500" b="0">
                <a:solidFill>
                  <a:srgbClr val="AFC0CB"/>
                </a:solidFill>
              </a:rPr>
              <a:t>Telegram / WhatsApp</a:t>
            </a:r>
          </a:p>
        </p:txBody>
      </p:sp>
    </p:spTree>
    <p:extLst>
      <p:ext uri="{BB962C8B-B14F-4D97-AF65-F5344CB8AC3E}">
        <p14:creationId xmlns:p14="http://schemas.microsoft.com/office/powerpoint/2010/main" val="1821958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E5A43-69B2-4A47-9D5E-5E0CDD0D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79C5FF"/>
                </a:solidFill>
              </a:defRPr>
            </a:defPPr>
            <a:lvl1pPr>
              <a:defRPr sz="1425" b="1">
                <a:solidFill>
                  <a:srgbClr val="79C5FF"/>
                </a:solidFill>
              </a:defRPr>
            </a:lvl1pPr>
            <a:lvl2pPr>
              <a:defRPr sz="1425" b="1">
                <a:solidFill>
                  <a:srgbClr val="79C5FF"/>
                </a:solidFill>
              </a:defRPr>
            </a:lvl2pPr>
            <a:lvl3pPr>
              <a:defRPr sz="1425" b="1">
                <a:solidFill>
                  <a:srgbClr val="79C5FF"/>
                </a:solidFill>
              </a:defRPr>
            </a:lvl3pPr>
            <a:lvl4pPr>
              <a:defRPr sz="1425" b="1">
                <a:solidFill>
                  <a:srgbClr val="79C5FF"/>
                </a:solidFill>
              </a:defRPr>
            </a:lvl4pPr>
            <a:lvl5pPr>
              <a:defRPr sz="1425" b="1">
                <a:solidFill>
                  <a:srgbClr val="79C5FF"/>
                </a:solidFill>
              </a:defRPr>
            </a:lvl5pPr>
            <a:lvl6pPr>
              <a:defRPr sz="1425" b="1">
                <a:solidFill>
                  <a:srgbClr val="79C5FF"/>
                </a:solidFill>
              </a:defRPr>
            </a:lvl6pPr>
            <a:lvl7pPr>
              <a:defRPr sz="1425" b="1">
                <a:solidFill>
                  <a:srgbClr val="79C5FF"/>
                </a:solidFill>
              </a:defRPr>
            </a:lvl7pPr>
            <a:lvl8pPr>
              <a:defRPr sz="1425" b="1">
                <a:solidFill>
                  <a:srgbClr val="79C5FF"/>
                </a:solidFill>
              </a:defRPr>
            </a:lvl8pPr>
            <a:lvl9pPr>
              <a:defRPr sz="1425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79C5FF"/>
                </a:solidFill>
              </a:defRPr>
            </a:pPr>
            <a:r>
              <a:rPr sz="1425" b="1">
                <a:solidFill>
                  <a:srgbClr val="79C5FF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584FD-4A7C-496C-AE56-68977F50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F7F7"/>
                </a:solidFill>
              </a:defRPr>
            </a:defPPr>
            <a:lvl1pPr>
              <a:defRPr sz="3450" b="1">
                <a:solidFill>
                  <a:srgbClr val="F5F7F7"/>
                </a:solidFill>
              </a:defRPr>
            </a:lvl1pPr>
            <a:lvl2pPr>
              <a:defRPr sz="3450" b="1">
                <a:solidFill>
                  <a:srgbClr val="F5F7F7"/>
                </a:solidFill>
              </a:defRPr>
            </a:lvl2pPr>
            <a:lvl3pPr>
              <a:defRPr sz="3450" b="1">
                <a:solidFill>
                  <a:srgbClr val="F5F7F7"/>
                </a:solidFill>
              </a:defRPr>
            </a:lvl3pPr>
            <a:lvl4pPr>
              <a:defRPr sz="3450" b="1">
                <a:solidFill>
                  <a:srgbClr val="F5F7F7"/>
                </a:solidFill>
              </a:defRPr>
            </a:lvl4pPr>
            <a:lvl5pPr>
              <a:defRPr sz="3450" b="1">
                <a:solidFill>
                  <a:srgbClr val="F5F7F7"/>
                </a:solidFill>
              </a:defRPr>
            </a:lvl5pPr>
            <a:lvl6pPr>
              <a:defRPr sz="3450" b="1">
                <a:solidFill>
                  <a:srgbClr val="F5F7F7"/>
                </a:solidFill>
              </a:defRPr>
            </a:lvl6pPr>
            <a:lvl7pPr>
              <a:defRPr sz="3450" b="1">
                <a:solidFill>
                  <a:srgbClr val="F5F7F7"/>
                </a:solidFill>
              </a:defRPr>
            </a:lvl7pPr>
            <a:lvl8pPr>
              <a:defRPr sz="3450" b="1">
                <a:solidFill>
                  <a:srgbClr val="F5F7F7"/>
                </a:solidFill>
              </a:defRPr>
            </a:lvl8pPr>
            <a:lvl9pPr>
              <a:defRPr sz="3450" b="1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F7F7"/>
                </a:solidFill>
              </a:defRPr>
            </a:pPr>
            <a:r>
              <a:rPr sz="3450" b="1">
                <a:solidFill>
                  <a:srgbClr val="F5F7F7"/>
                </a:solidFill>
              </a:rPr>
              <a:t>Проблема: практика требует доступа к цеху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C6560-B57C-4E73-AA9F-72F25B2A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9C5FF"/>
                </a:solidFill>
              </a:defRPr>
            </a:defPPr>
            <a:lvl1pPr>
              <a:defRPr sz="2250" b="1">
                <a:solidFill>
                  <a:srgbClr val="79C5FF"/>
                </a:solidFill>
              </a:defRPr>
            </a:lvl1pPr>
            <a:lvl2pPr>
              <a:defRPr sz="2250" b="1">
                <a:solidFill>
                  <a:srgbClr val="79C5FF"/>
                </a:solidFill>
              </a:defRPr>
            </a:lvl2pPr>
            <a:lvl3pPr>
              <a:defRPr sz="2250" b="1">
                <a:solidFill>
                  <a:srgbClr val="79C5FF"/>
                </a:solidFill>
              </a:defRPr>
            </a:lvl3pPr>
            <a:lvl4pPr>
              <a:defRPr sz="2250" b="1">
                <a:solidFill>
                  <a:srgbClr val="79C5FF"/>
                </a:solidFill>
              </a:defRPr>
            </a:lvl4pPr>
            <a:lvl5pPr>
              <a:defRPr sz="2250" b="1">
                <a:solidFill>
                  <a:srgbClr val="79C5FF"/>
                </a:solidFill>
              </a:defRPr>
            </a:lvl5pPr>
            <a:lvl6pPr>
              <a:defRPr sz="2250" b="1">
                <a:solidFill>
                  <a:srgbClr val="79C5FF"/>
                </a:solidFill>
              </a:defRPr>
            </a:lvl6pPr>
            <a:lvl7pPr>
              <a:defRPr sz="2250" b="1">
                <a:solidFill>
                  <a:srgbClr val="79C5FF"/>
                </a:solidFill>
              </a:defRPr>
            </a:lvl7pPr>
            <a:lvl8pPr>
              <a:defRPr sz="2250" b="1">
                <a:solidFill>
                  <a:srgbClr val="79C5FF"/>
                </a:solidFill>
              </a:defRPr>
            </a:lvl8pPr>
            <a:lvl9pPr>
              <a:defRPr sz="2250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9C5FF"/>
                </a:solidFill>
              </a:defRPr>
            </a:pPr>
            <a:r>
              <a:rPr sz="2250" b="1">
                <a:solidFill>
                  <a:srgbClr val="79C5FF"/>
                </a:solidFill>
              </a:rPr>
              <a:t>Студенты и новые операторы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86C89-9E86-44D4-ADE9-7645C425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5F7F7"/>
                </a:solidFill>
              </a:defRPr>
            </a:defPPr>
            <a:lvl1pPr>
              <a:defRPr sz="2175" b="0">
                <a:solidFill>
                  <a:srgbClr val="F5F7F7"/>
                </a:solidFill>
              </a:defRPr>
            </a:lvl1pPr>
            <a:lvl2pPr>
              <a:defRPr sz="2175" b="0">
                <a:solidFill>
                  <a:srgbClr val="F5F7F7"/>
                </a:solidFill>
              </a:defRPr>
            </a:lvl2pPr>
            <a:lvl3pPr>
              <a:defRPr sz="2175" b="0">
                <a:solidFill>
                  <a:srgbClr val="F5F7F7"/>
                </a:solidFill>
              </a:defRPr>
            </a:lvl3pPr>
            <a:lvl4pPr>
              <a:defRPr sz="2175" b="0">
                <a:solidFill>
                  <a:srgbClr val="F5F7F7"/>
                </a:solidFill>
              </a:defRPr>
            </a:lvl4pPr>
            <a:lvl5pPr>
              <a:defRPr sz="2175" b="0">
                <a:solidFill>
                  <a:srgbClr val="F5F7F7"/>
                </a:solidFill>
              </a:defRPr>
            </a:lvl5pPr>
            <a:lvl6pPr>
              <a:defRPr sz="2175" b="0">
                <a:solidFill>
                  <a:srgbClr val="F5F7F7"/>
                </a:solidFill>
              </a:defRPr>
            </a:lvl6pPr>
            <a:lvl7pPr>
              <a:defRPr sz="2175" b="0">
                <a:solidFill>
                  <a:srgbClr val="F5F7F7"/>
                </a:solidFill>
              </a:defRPr>
            </a:lvl7pPr>
            <a:lvl8pPr>
              <a:defRPr sz="2175" b="0">
                <a:solidFill>
                  <a:srgbClr val="F5F7F7"/>
                </a:solidFill>
              </a:defRPr>
            </a:lvl8pPr>
            <a:lvl9pPr>
              <a:defRPr sz="2175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5F7F7"/>
                </a:solidFill>
              </a:defRPr>
            </a:pPr>
            <a:r>
              <a:rPr sz="2175" b="0">
                <a:solidFill>
                  <a:srgbClr val="F5F7F7"/>
                </a:solidFill>
              </a:rPr>
              <a:t>Теория и видео не дают отработать</a:t>
            </a:r>
          </a:p>
          <a:p xmlns:a="http://schemas.openxmlformats.org/drawingml/2006/main">
            <a:pPr>
              <a:defRPr sz="2175" b="0">
                <a:solidFill>
                  <a:srgbClr val="F5F7F7"/>
                </a:solidFill>
              </a:defRPr>
            </a:pPr>
            <a:r>
              <a:rPr sz="2175" b="0">
                <a:solidFill>
                  <a:srgbClr val="F5F7F7"/>
                </a:solidFill>
              </a:rPr>
              <a:t>движения и действия с оборудованием.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7F6A7-3307-4283-9CDE-0F5D9653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A45F"/>
                </a:solidFill>
              </a:defRPr>
            </a:defPPr>
            <a:lvl1pPr>
              <a:defRPr sz="2250" b="1">
                <a:solidFill>
                  <a:srgbClr val="FFA45F"/>
                </a:solidFill>
              </a:defRPr>
            </a:lvl1pPr>
            <a:lvl2pPr>
              <a:defRPr sz="2250" b="1">
                <a:solidFill>
                  <a:srgbClr val="FFA45F"/>
                </a:solidFill>
              </a:defRPr>
            </a:lvl2pPr>
            <a:lvl3pPr>
              <a:defRPr sz="2250" b="1">
                <a:solidFill>
                  <a:srgbClr val="FFA45F"/>
                </a:solidFill>
              </a:defRPr>
            </a:lvl3pPr>
            <a:lvl4pPr>
              <a:defRPr sz="2250" b="1">
                <a:solidFill>
                  <a:srgbClr val="FFA45F"/>
                </a:solidFill>
              </a:defRPr>
            </a:lvl4pPr>
            <a:lvl5pPr>
              <a:defRPr sz="2250" b="1">
                <a:solidFill>
                  <a:srgbClr val="FFA45F"/>
                </a:solidFill>
              </a:defRPr>
            </a:lvl5pPr>
            <a:lvl6pPr>
              <a:defRPr sz="2250" b="1">
                <a:solidFill>
                  <a:srgbClr val="FFA45F"/>
                </a:solidFill>
              </a:defRPr>
            </a:lvl6pPr>
            <a:lvl7pPr>
              <a:defRPr sz="2250" b="1">
                <a:solidFill>
                  <a:srgbClr val="FFA45F"/>
                </a:solidFill>
              </a:defRPr>
            </a:lvl7pPr>
            <a:lvl8pPr>
              <a:defRPr sz="2250" b="1">
                <a:solidFill>
                  <a:srgbClr val="FFA45F"/>
                </a:solidFill>
              </a:defRPr>
            </a:lvl8pPr>
            <a:lvl9pPr>
              <a:defRPr sz="2250" b="1">
                <a:solidFill>
                  <a:srgbClr val="FFA45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A45F"/>
                </a:solidFill>
              </a:defRPr>
            </a:pPr>
            <a:r>
              <a:rPr sz="2250" b="1">
                <a:solidFill>
                  <a:srgbClr val="FFA45F"/>
                </a:solidFill>
              </a:rPr>
              <a:t>При найме и смене процесса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84C4E-150A-4453-91EE-203F995E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5F7F7"/>
                </a:solidFill>
              </a:defRPr>
            </a:defPPr>
            <a:lvl1pPr>
              <a:defRPr sz="2175" b="0">
                <a:solidFill>
                  <a:srgbClr val="F5F7F7"/>
                </a:solidFill>
              </a:defRPr>
            </a:lvl1pPr>
            <a:lvl2pPr>
              <a:defRPr sz="2175" b="0">
                <a:solidFill>
                  <a:srgbClr val="F5F7F7"/>
                </a:solidFill>
              </a:defRPr>
            </a:lvl2pPr>
            <a:lvl3pPr>
              <a:defRPr sz="2175" b="0">
                <a:solidFill>
                  <a:srgbClr val="F5F7F7"/>
                </a:solidFill>
              </a:defRPr>
            </a:lvl3pPr>
            <a:lvl4pPr>
              <a:defRPr sz="2175" b="0">
                <a:solidFill>
                  <a:srgbClr val="F5F7F7"/>
                </a:solidFill>
              </a:defRPr>
            </a:lvl4pPr>
            <a:lvl5pPr>
              <a:defRPr sz="2175" b="0">
                <a:solidFill>
                  <a:srgbClr val="F5F7F7"/>
                </a:solidFill>
              </a:defRPr>
            </a:lvl5pPr>
            <a:lvl6pPr>
              <a:defRPr sz="2175" b="0">
                <a:solidFill>
                  <a:srgbClr val="F5F7F7"/>
                </a:solidFill>
              </a:defRPr>
            </a:lvl6pPr>
            <a:lvl7pPr>
              <a:defRPr sz="2175" b="0">
                <a:solidFill>
                  <a:srgbClr val="F5F7F7"/>
                </a:solidFill>
              </a:defRPr>
            </a:lvl7pPr>
            <a:lvl8pPr>
              <a:defRPr sz="2175" b="0">
                <a:solidFill>
                  <a:srgbClr val="F5F7F7"/>
                </a:solidFill>
              </a:defRPr>
            </a:lvl8pPr>
            <a:lvl9pPr>
              <a:defRPr sz="2175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5F7F7"/>
                </a:solidFill>
              </a:defRPr>
            </a:pPr>
            <a:r>
              <a:rPr sz="2175" b="0">
                <a:solidFill>
                  <a:srgbClr val="F5F7F7"/>
                </a:solidFill>
              </a:rPr>
              <a:t>Нужны станок, наставник и время.</a:t>
            </a:r>
          </a:p>
          <a:p xmlns:a="http://schemas.openxmlformats.org/drawingml/2006/main">
            <a:pPr>
              <a:defRPr sz="2175" b="0">
                <a:solidFill>
                  <a:srgbClr val="F5F7F7"/>
                </a:solidFill>
              </a:defRPr>
            </a:pPr>
            <a:r>
              <a:rPr sz="2175" b="0">
                <a:solidFill>
                  <a:srgbClr val="F5F7F7"/>
                </a:solidFill>
              </a:rPr>
              <a:t>Ошибка может привести к браку</a:t>
            </a:r>
          </a:p>
          <a:p xmlns:a="http://schemas.openxmlformats.org/drawingml/2006/main">
            <a:pPr>
              <a:defRPr sz="2175" b="0">
                <a:solidFill>
                  <a:srgbClr val="F5F7F7"/>
                </a:solidFill>
              </a:defRPr>
            </a:pPr>
            <a:r>
              <a:rPr sz="2175" b="0">
                <a:solidFill>
                  <a:srgbClr val="F5F7F7"/>
                </a:solidFill>
              </a:rPr>
              <a:t>или повреждению оборудования.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5D36F-1C25-4735-86C8-CF0D96C921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6b822b6f44a17"/>
          <a:stretch xmlns:a="http://schemas.openxmlformats.org/drawingml/2006/main"/>
        </p:blipFill>
        <p:spPr>
          <a:xfrm xmlns:a="http://schemas.openxmlformats.org/drawingml/2006/main">
            <a:off x="7191375" y="2176686"/>
            <a:ext cx="4429125" cy="311422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DEC39-3F99-404F-8043-2339F04B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FC0CB"/>
                </a:solidFill>
              </a:defRPr>
            </a:defPPr>
            <a:lvl1pPr>
              <a:defRPr sz="1800" b="0">
                <a:solidFill>
                  <a:srgbClr val="AFC0CB"/>
                </a:solidFill>
              </a:defRPr>
            </a:lvl1pPr>
            <a:lvl2pPr>
              <a:defRPr sz="1800" b="0">
                <a:solidFill>
                  <a:srgbClr val="AFC0CB"/>
                </a:solidFill>
              </a:defRPr>
            </a:lvl2pPr>
            <a:lvl3pPr>
              <a:defRPr sz="1800" b="0">
                <a:solidFill>
                  <a:srgbClr val="AFC0CB"/>
                </a:solidFill>
              </a:defRPr>
            </a:lvl3pPr>
            <a:lvl4pPr>
              <a:defRPr sz="1800" b="0">
                <a:solidFill>
                  <a:srgbClr val="AFC0CB"/>
                </a:solidFill>
              </a:defRPr>
            </a:lvl4pPr>
            <a:lvl5pPr>
              <a:defRPr sz="1800" b="0">
                <a:solidFill>
                  <a:srgbClr val="AFC0CB"/>
                </a:solidFill>
              </a:defRPr>
            </a:lvl5pPr>
            <a:lvl6pPr>
              <a:defRPr sz="1800" b="0">
                <a:solidFill>
                  <a:srgbClr val="AFC0CB"/>
                </a:solidFill>
              </a:defRPr>
            </a:lvl6pPr>
            <a:lvl7pPr>
              <a:defRPr sz="1800" b="0">
                <a:solidFill>
                  <a:srgbClr val="AFC0CB"/>
                </a:solidFill>
              </a:defRPr>
            </a:lvl7pPr>
            <a:lvl8pPr>
              <a:defRPr sz="1800" b="0">
                <a:solidFill>
                  <a:srgbClr val="AFC0CB"/>
                </a:solidFill>
              </a:defRPr>
            </a:lvl8pPr>
            <a:lvl9pPr>
              <a:defRPr sz="1800" b="0">
                <a:solidFill>
                  <a:srgbClr val="AFC0C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FC0CB"/>
                </a:solidFill>
              </a:defRPr>
            </a:pPr>
            <a:r>
              <a:rPr sz="1800" b="0">
                <a:solidFill>
                  <a:srgbClr val="AFC0CB"/>
                </a:solidFill>
              </a:rPr>
              <a:t>VR позволяет повторять учебные действия</a:t>
            </a:r>
          </a:p>
          <a:p xmlns:a="http://schemas.openxmlformats.org/drawingml/2006/main">
            <a:pPr>
              <a:defRPr sz="1800" b="0">
                <a:solidFill>
                  <a:srgbClr val="AFC0CB"/>
                </a:solidFill>
              </a:defRPr>
            </a:pPr>
            <a:r>
              <a:rPr sz="1800" b="0">
                <a:solidFill>
                  <a:srgbClr val="AFC0CB"/>
                </a:solidFill>
              </a:rPr>
              <a:t>без доступа к действующей линии.</a:t>
            </a:r>
          </a:p>
        </p:txBody>
      </p:sp>
    </p:spTree>
    <p:extLst>
      <p:ext uri="{BB962C8B-B14F-4D97-AF65-F5344CB8AC3E}">
        <p14:creationId xmlns:p14="http://schemas.microsoft.com/office/powerpoint/2010/main" val="1623335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4584B-092D-4AB0-9B19-CAD0086D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79C5FF"/>
                </a:solidFill>
              </a:defRPr>
            </a:defPPr>
            <a:lvl1pPr>
              <a:defRPr sz="1425" b="1">
                <a:solidFill>
                  <a:srgbClr val="79C5FF"/>
                </a:solidFill>
              </a:defRPr>
            </a:lvl1pPr>
            <a:lvl2pPr>
              <a:defRPr sz="1425" b="1">
                <a:solidFill>
                  <a:srgbClr val="79C5FF"/>
                </a:solidFill>
              </a:defRPr>
            </a:lvl2pPr>
            <a:lvl3pPr>
              <a:defRPr sz="1425" b="1">
                <a:solidFill>
                  <a:srgbClr val="79C5FF"/>
                </a:solidFill>
              </a:defRPr>
            </a:lvl3pPr>
            <a:lvl4pPr>
              <a:defRPr sz="1425" b="1">
                <a:solidFill>
                  <a:srgbClr val="79C5FF"/>
                </a:solidFill>
              </a:defRPr>
            </a:lvl4pPr>
            <a:lvl5pPr>
              <a:defRPr sz="1425" b="1">
                <a:solidFill>
                  <a:srgbClr val="79C5FF"/>
                </a:solidFill>
              </a:defRPr>
            </a:lvl5pPr>
            <a:lvl6pPr>
              <a:defRPr sz="1425" b="1">
                <a:solidFill>
                  <a:srgbClr val="79C5FF"/>
                </a:solidFill>
              </a:defRPr>
            </a:lvl6pPr>
            <a:lvl7pPr>
              <a:defRPr sz="1425" b="1">
                <a:solidFill>
                  <a:srgbClr val="79C5FF"/>
                </a:solidFill>
              </a:defRPr>
            </a:lvl7pPr>
            <a:lvl8pPr>
              <a:defRPr sz="1425" b="1">
                <a:solidFill>
                  <a:srgbClr val="79C5FF"/>
                </a:solidFill>
              </a:defRPr>
            </a:lvl8pPr>
            <a:lvl9pPr>
              <a:defRPr sz="1425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79C5FF"/>
                </a:solidFill>
              </a:defRPr>
            </a:pPr>
            <a:r>
              <a:rPr sz="1425" b="1">
                <a:solidFill>
                  <a:srgbClr val="79C5FF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00910-DA0C-4DB2-ADDF-40AED458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F7F7"/>
                </a:solidFill>
              </a:defRPr>
            </a:defPPr>
            <a:lvl1pPr>
              <a:defRPr sz="3450" b="1">
                <a:solidFill>
                  <a:srgbClr val="F5F7F7"/>
                </a:solidFill>
              </a:defRPr>
            </a:lvl1pPr>
            <a:lvl2pPr>
              <a:defRPr sz="3450" b="1">
                <a:solidFill>
                  <a:srgbClr val="F5F7F7"/>
                </a:solidFill>
              </a:defRPr>
            </a:lvl2pPr>
            <a:lvl3pPr>
              <a:defRPr sz="3450" b="1">
                <a:solidFill>
                  <a:srgbClr val="F5F7F7"/>
                </a:solidFill>
              </a:defRPr>
            </a:lvl3pPr>
            <a:lvl4pPr>
              <a:defRPr sz="3450" b="1">
                <a:solidFill>
                  <a:srgbClr val="F5F7F7"/>
                </a:solidFill>
              </a:defRPr>
            </a:lvl4pPr>
            <a:lvl5pPr>
              <a:defRPr sz="3450" b="1">
                <a:solidFill>
                  <a:srgbClr val="F5F7F7"/>
                </a:solidFill>
              </a:defRPr>
            </a:lvl5pPr>
            <a:lvl6pPr>
              <a:defRPr sz="3450" b="1">
                <a:solidFill>
                  <a:srgbClr val="F5F7F7"/>
                </a:solidFill>
              </a:defRPr>
            </a:lvl6pPr>
            <a:lvl7pPr>
              <a:defRPr sz="3450" b="1">
                <a:solidFill>
                  <a:srgbClr val="F5F7F7"/>
                </a:solidFill>
              </a:defRPr>
            </a:lvl7pPr>
            <a:lvl8pPr>
              <a:defRPr sz="3450" b="1">
                <a:solidFill>
                  <a:srgbClr val="F5F7F7"/>
                </a:solidFill>
              </a:defRPr>
            </a:lvl8pPr>
            <a:lvl9pPr>
              <a:defRPr sz="3450" b="1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F7F7"/>
                </a:solidFill>
              </a:defRPr>
            </a:pPr>
            <a:r>
              <a:rPr sz="3450" b="1">
                <a:solidFill>
                  <a:srgbClr val="F5F7F7"/>
                </a:solidFill>
              </a:rPr>
              <a:t>Решение: обучение внутри VR-цеха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ECA64-42BD-484B-B8E2-C21A0B2E27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cc13d5cd940f5"/>
          <a:stretch xmlns:a="http://schemas.openxmlformats.org/drawingml/2006/main"/>
        </p:blipFill>
        <p:spPr>
          <a:xfrm xmlns:a="http://schemas.openxmlformats.org/drawingml/2006/main">
            <a:off x="552450" y="1936552"/>
            <a:ext cx="7067550" cy="397549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0E9BD-6B5F-435B-A4D7-50DC55D9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9C5FF"/>
                </a:solidFill>
              </a:defRPr>
            </a:defPPr>
            <a:lvl1pPr>
              <a:defRPr sz="2250" b="1">
                <a:solidFill>
                  <a:srgbClr val="79C5FF"/>
                </a:solidFill>
              </a:defRPr>
            </a:lvl1pPr>
            <a:lvl2pPr>
              <a:defRPr sz="2250" b="1">
                <a:solidFill>
                  <a:srgbClr val="79C5FF"/>
                </a:solidFill>
              </a:defRPr>
            </a:lvl2pPr>
            <a:lvl3pPr>
              <a:defRPr sz="2250" b="1">
                <a:solidFill>
                  <a:srgbClr val="79C5FF"/>
                </a:solidFill>
              </a:defRPr>
            </a:lvl3pPr>
            <a:lvl4pPr>
              <a:defRPr sz="2250" b="1">
                <a:solidFill>
                  <a:srgbClr val="79C5FF"/>
                </a:solidFill>
              </a:defRPr>
            </a:lvl4pPr>
            <a:lvl5pPr>
              <a:defRPr sz="2250" b="1">
                <a:solidFill>
                  <a:srgbClr val="79C5FF"/>
                </a:solidFill>
              </a:defRPr>
            </a:lvl5pPr>
            <a:lvl6pPr>
              <a:defRPr sz="2250" b="1">
                <a:solidFill>
                  <a:srgbClr val="79C5FF"/>
                </a:solidFill>
              </a:defRPr>
            </a:lvl6pPr>
            <a:lvl7pPr>
              <a:defRPr sz="2250" b="1">
                <a:solidFill>
                  <a:srgbClr val="79C5FF"/>
                </a:solidFill>
              </a:defRPr>
            </a:lvl7pPr>
            <a:lvl8pPr>
              <a:defRPr sz="2250" b="1">
                <a:solidFill>
                  <a:srgbClr val="79C5FF"/>
                </a:solidFill>
              </a:defRPr>
            </a:lvl8pPr>
            <a:lvl9pPr>
              <a:defRPr sz="2250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9C5FF"/>
                </a:solidFill>
              </a:defRPr>
            </a:pPr>
            <a:r>
              <a:rPr sz="2250" b="1">
                <a:solidFill>
                  <a:srgbClr val="79C5FF"/>
                </a:solidFill>
              </a:rPr>
              <a:t>Действия руками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831B4-A871-4EDE-B4EE-D74FF37A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81275"/>
            <a:ext cx="3476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5F7F7"/>
                </a:solidFill>
              </a:defRPr>
            </a:defPPr>
            <a:lvl1pPr>
              <a:defRPr sz="1950" b="0">
                <a:solidFill>
                  <a:srgbClr val="F5F7F7"/>
                </a:solidFill>
              </a:defRPr>
            </a:lvl1pPr>
            <a:lvl2pPr>
              <a:defRPr sz="1950" b="0">
                <a:solidFill>
                  <a:srgbClr val="F5F7F7"/>
                </a:solidFill>
              </a:defRPr>
            </a:lvl2pPr>
            <a:lvl3pPr>
              <a:defRPr sz="1950" b="0">
                <a:solidFill>
                  <a:srgbClr val="F5F7F7"/>
                </a:solidFill>
              </a:defRPr>
            </a:lvl3pPr>
            <a:lvl4pPr>
              <a:defRPr sz="1950" b="0">
                <a:solidFill>
                  <a:srgbClr val="F5F7F7"/>
                </a:solidFill>
              </a:defRPr>
            </a:lvl4pPr>
            <a:lvl5pPr>
              <a:defRPr sz="1950" b="0">
                <a:solidFill>
                  <a:srgbClr val="F5F7F7"/>
                </a:solidFill>
              </a:defRPr>
            </a:lvl5pPr>
            <a:lvl6pPr>
              <a:defRPr sz="1950" b="0">
                <a:solidFill>
                  <a:srgbClr val="F5F7F7"/>
                </a:solidFill>
              </a:defRPr>
            </a:lvl6pPr>
            <a:lvl7pPr>
              <a:defRPr sz="1950" b="0">
                <a:solidFill>
                  <a:srgbClr val="F5F7F7"/>
                </a:solidFill>
              </a:defRPr>
            </a:lvl7pPr>
            <a:lvl8pPr>
              <a:defRPr sz="1950" b="0">
                <a:solidFill>
                  <a:srgbClr val="F5F7F7"/>
                </a:solidFill>
              </a:defRPr>
            </a:lvl8pPr>
            <a:lvl9pPr>
              <a:defRPr sz="1950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5F7F7"/>
                </a:solidFill>
              </a:defRPr>
            </a:pPr>
            <a:r>
              <a:rPr sz="1950" b="0">
                <a:solidFill>
                  <a:srgbClr val="F5F7F7"/>
                </a:solidFill>
              </a:rPr>
              <a:t>Выбор робота и ведение</a:t>
            </a:r>
          </a:p>
          <a:p xmlns:a="http://schemas.openxmlformats.org/drawingml/2006/main">
            <a:pPr>
              <a:defRPr sz="1950" b="0">
                <a:solidFill>
                  <a:srgbClr val="F5F7F7"/>
                </a:solidFill>
              </a:defRPr>
            </a:pPr>
            <a:r>
              <a:rPr sz="1950" b="0">
                <a:solidFill>
                  <a:srgbClr val="F5F7F7"/>
                </a:solidFill>
              </a:rPr>
              <a:t>инструмента контроллером.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E6C48-7C36-491B-85DC-8D3A760B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A45F"/>
                </a:solidFill>
              </a:defRPr>
            </a:defPPr>
            <a:lvl1pPr>
              <a:defRPr sz="2250" b="1">
                <a:solidFill>
                  <a:srgbClr val="FFA45F"/>
                </a:solidFill>
              </a:defRPr>
            </a:lvl1pPr>
            <a:lvl2pPr>
              <a:defRPr sz="2250" b="1">
                <a:solidFill>
                  <a:srgbClr val="FFA45F"/>
                </a:solidFill>
              </a:defRPr>
            </a:lvl2pPr>
            <a:lvl3pPr>
              <a:defRPr sz="2250" b="1">
                <a:solidFill>
                  <a:srgbClr val="FFA45F"/>
                </a:solidFill>
              </a:defRPr>
            </a:lvl3pPr>
            <a:lvl4pPr>
              <a:defRPr sz="2250" b="1">
                <a:solidFill>
                  <a:srgbClr val="FFA45F"/>
                </a:solidFill>
              </a:defRPr>
            </a:lvl4pPr>
            <a:lvl5pPr>
              <a:defRPr sz="2250" b="1">
                <a:solidFill>
                  <a:srgbClr val="FFA45F"/>
                </a:solidFill>
              </a:defRPr>
            </a:lvl5pPr>
            <a:lvl6pPr>
              <a:defRPr sz="2250" b="1">
                <a:solidFill>
                  <a:srgbClr val="FFA45F"/>
                </a:solidFill>
              </a:defRPr>
            </a:lvl6pPr>
            <a:lvl7pPr>
              <a:defRPr sz="2250" b="1">
                <a:solidFill>
                  <a:srgbClr val="FFA45F"/>
                </a:solidFill>
              </a:defRPr>
            </a:lvl7pPr>
            <a:lvl8pPr>
              <a:defRPr sz="2250" b="1">
                <a:solidFill>
                  <a:srgbClr val="FFA45F"/>
                </a:solidFill>
              </a:defRPr>
            </a:lvl8pPr>
            <a:lvl9pPr>
              <a:defRPr sz="2250" b="1">
                <a:solidFill>
                  <a:srgbClr val="FFA45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A45F"/>
                </a:solidFill>
              </a:defRPr>
            </a:pPr>
            <a:r>
              <a:rPr sz="2250" b="1">
                <a:solidFill>
                  <a:srgbClr val="FFA45F"/>
                </a:solidFill>
              </a:rPr>
              <a:t>Обратная связь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F9CD0-3495-40FF-B1C3-6A3DE128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34766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5F7F7"/>
                </a:solidFill>
              </a:defRPr>
            </a:defPPr>
            <a:lvl1pPr>
              <a:defRPr sz="1950" b="0">
                <a:solidFill>
                  <a:srgbClr val="F5F7F7"/>
                </a:solidFill>
              </a:defRPr>
            </a:lvl1pPr>
            <a:lvl2pPr>
              <a:defRPr sz="1950" b="0">
                <a:solidFill>
                  <a:srgbClr val="F5F7F7"/>
                </a:solidFill>
              </a:defRPr>
            </a:lvl2pPr>
            <a:lvl3pPr>
              <a:defRPr sz="1950" b="0">
                <a:solidFill>
                  <a:srgbClr val="F5F7F7"/>
                </a:solidFill>
              </a:defRPr>
            </a:lvl3pPr>
            <a:lvl4pPr>
              <a:defRPr sz="1950" b="0">
                <a:solidFill>
                  <a:srgbClr val="F5F7F7"/>
                </a:solidFill>
              </a:defRPr>
            </a:lvl4pPr>
            <a:lvl5pPr>
              <a:defRPr sz="1950" b="0">
                <a:solidFill>
                  <a:srgbClr val="F5F7F7"/>
                </a:solidFill>
              </a:defRPr>
            </a:lvl5pPr>
            <a:lvl6pPr>
              <a:defRPr sz="1950" b="0">
                <a:solidFill>
                  <a:srgbClr val="F5F7F7"/>
                </a:solidFill>
              </a:defRPr>
            </a:lvl6pPr>
            <a:lvl7pPr>
              <a:defRPr sz="1950" b="0">
                <a:solidFill>
                  <a:srgbClr val="F5F7F7"/>
                </a:solidFill>
              </a:defRPr>
            </a:lvl7pPr>
            <a:lvl8pPr>
              <a:defRPr sz="1950" b="0">
                <a:solidFill>
                  <a:srgbClr val="F5F7F7"/>
                </a:solidFill>
              </a:defRPr>
            </a:lvl8pPr>
            <a:lvl9pPr>
              <a:defRPr sz="1950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5F7F7"/>
                </a:solidFill>
              </a:defRPr>
            </a:pPr>
            <a:r>
              <a:rPr sz="1950" b="0">
                <a:solidFill>
                  <a:srgbClr val="F5F7F7"/>
                </a:solidFill>
              </a:rPr>
              <a:t>Телеметрия показывает</a:t>
            </a:r>
          </a:p>
          <a:p xmlns:a="http://schemas.openxmlformats.org/drawingml/2006/main">
            <a:pPr>
              <a:defRPr sz="1950" b="0">
                <a:solidFill>
                  <a:srgbClr val="F5F7F7"/>
                </a:solidFill>
              </a:defRPr>
            </a:pPr>
            <a:r>
              <a:rPr sz="1950" b="0">
                <a:solidFill>
                  <a:srgbClr val="F5F7F7"/>
                </a:solidFill>
              </a:rPr>
              <a:t>состояние роботов.</a:t>
            </a:r>
          </a:p>
          <a:p xmlns:a="http://schemas.openxmlformats.org/drawingml/2006/main">
            <a:pPr>
              <a:defRPr sz="1950" b="0">
                <a:solidFill>
                  <a:srgbClr val="F5F7F7"/>
                </a:solidFill>
              </a:defRPr>
            </a:pPr>
            <a:r>
              <a:rPr sz="1950" b="0">
                <a:solidFill>
                  <a:srgbClr val="F5F7F7"/>
                </a:solidFill>
              </a:rPr>
              <a:t>Локальный ИИ объясняет</a:t>
            </a:r>
          </a:p>
          <a:p xmlns:a="http://schemas.openxmlformats.org/drawingml/2006/main">
            <a:pPr>
              <a:defRPr sz="1950" b="0">
                <a:solidFill>
                  <a:srgbClr val="F5F7F7"/>
                </a:solidFill>
              </a:defRPr>
            </a:pPr>
            <a:r>
              <a:rPr sz="1950" b="0">
                <a:solidFill>
                  <a:srgbClr val="F5F7F7"/>
                </a:solidFill>
              </a:rPr>
              <a:t>события в цехе.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FBE2F-3E30-4FBB-872A-7A72761C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1104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FC0CB"/>
                </a:solidFill>
              </a:defRPr>
            </a:defPPr>
            <a:lvl1pPr>
              <a:defRPr sz="1725" b="0">
                <a:solidFill>
                  <a:srgbClr val="AFC0CB"/>
                </a:solidFill>
              </a:defRPr>
            </a:lvl1pPr>
            <a:lvl2pPr>
              <a:defRPr sz="1725" b="0">
                <a:solidFill>
                  <a:srgbClr val="AFC0CB"/>
                </a:solidFill>
              </a:defRPr>
            </a:lvl2pPr>
            <a:lvl3pPr>
              <a:defRPr sz="1725" b="0">
                <a:solidFill>
                  <a:srgbClr val="AFC0CB"/>
                </a:solidFill>
              </a:defRPr>
            </a:lvl3pPr>
            <a:lvl4pPr>
              <a:defRPr sz="1725" b="0">
                <a:solidFill>
                  <a:srgbClr val="AFC0CB"/>
                </a:solidFill>
              </a:defRPr>
            </a:lvl4pPr>
            <a:lvl5pPr>
              <a:defRPr sz="1725" b="0">
                <a:solidFill>
                  <a:srgbClr val="AFC0CB"/>
                </a:solidFill>
              </a:defRPr>
            </a:lvl5pPr>
            <a:lvl6pPr>
              <a:defRPr sz="1725" b="0">
                <a:solidFill>
                  <a:srgbClr val="AFC0CB"/>
                </a:solidFill>
              </a:defRPr>
            </a:lvl6pPr>
            <a:lvl7pPr>
              <a:defRPr sz="1725" b="0">
                <a:solidFill>
                  <a:srgbClr val="AFC0CB"/>
                </a:solidFill>
              </a:defRPr>
            </a:lvl7pPr>
            <a:lvl8pPr>
              <a:defRPr sz="1725" b="0">
                <a:solidFill>
                  <a:srgbClr val="AFC0CB"/>
                </a:solidFill>
              </a:defRPr>
            </a:lvl8pPr>
            <a:lvl9pPr>
              <a:defRPr sz="1725" b="0">
                <a:solidFill>
                  <a:srgbClr val="AFC0CB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FC0CB"/>
                </a:solidFill>
              </a:defRPr>
            </a:pPr>
            <a:r>
              <a:rPr sz="1725" b="0">
                <a:solidFill>
                  <a:srgbClr val="AFC0CB"/>
                </a:solidFill>
              </a:rPr>
              <a:t>Прототип работает на HTC VIVE Pro 2. Эффект обучения проверим в пилоте.</a:t>
            </a:r>
          </a:p>
        </p:txBody>
      </p:sp>
    </p:spTree>
    <p:extLst>
      <p:ext uri="{BB962C8B-B14F-4D97-AF65-F5344CB8AC3E}">
        <p14:creationId xmlns:p14="http://schemas.microsoft.com/office/powerpoint/2010/main" val="516020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5AF92-B2E3-410D-8BAF-A9173A7E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486579"/>
                </a:solidFill>
              </a:defRPr>
            </a:defPPr>
            <a:lvl1pPr>
              <a:defRPr sz="1425" b="1">
                <a:solidFill>
                  <a:srgbClr val="486579"/>
                </a:solidFill>
              </a:defRPr>
            </a:lvl1pPr>
            <a:lvl2pPr>
              <a:defRPr sz="1425" b="1">
                <a:solidFill>
                  <a:srgbClr val="486579"/>
                </a:solidFill>
              </a:defRPr>
            </a:lvl2pPr>
            <a:lvl3pPr>
              <a:defRPr sz="1425" b="1">
                <a:solidFill>
                  <a:srgbClr val="486579"/>
                </a:solidFill>
              </a:defRPr>
            </a:lvl3pPr>
            <a:lvl4pPr>
              <a:defRPr sz="1425" b="1">
                <a:solidFill>
                  <a:srgbClr val="486579"/>
                </a:solidFill>
              </a:defRPr>
            </a:lvl4pPr>
            <a:lvl5pPr>
              <a:defRPr sz="1425" b="1">
                <a:solidFill>
                  <a:srgbClr val="486579"/>
                </a:solidFill>
              </a:defRPr>
            </a:lvl5pPr>
            <a:lvl6pPr>
              <a:defRPr sz="1425" b="1">
                <a:solidFill>
                  <a:srgbClr val="486579"/>
                </a:solidFill>
              </a:defRPr>
            </a:lvl6pPr>
            <a:lvl7pPr>
              <a:defRPr sz="1425" b="1">
                <a:solidFill>
                  <a:srgbClr val="486579"/>
                </a:solidFill>
              </a:defRPr>
            </a:lvl7pPr>
            <a:lvl8pPr>
              <a:defRPr sz="1425" b="1">
                <a:solidFill>
                  <a:srgbClr val="486579"/>
                </a:solidFill>
              </a:defRPr>
            </a:lvl8pPr>
            <a:lvl9pPr>
              <a:defRPr sz="1425" b="1">
                <a:solidFill>
                  <a:srgbClr val="486579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86579"/>
                </a:solidFill>
              </a:defRPr>
            </a:pPr>
            <a:r>
              <a:rPr sz="1425" b="1">
                <a:solidFill>
                  <a:srgbClr val="486579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99514-4023-4BE6-A2F8-7DCC5BA6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2533"/>
                </a:solidFill>
              </a:defRPr>
            </a:defPPr>
            <a:lvl1pPr>
              <a:defRPr sz="3450" b="1">
                <a:solidFill>
                  <a:srgbClr val="162533"/>
                </a:solidFill>
              </a:defRPr>
            </a:lvl1pPr>
            <a:lvl2pPr>
              <a:defRPr sz="3450" b="1">
                <a:solidFill>
                  <a:srgbClr val="162533"/>
                </a:solidFill>
              </a:defRPr>
            </a:lvl2pPr>
            <a:lvl3pPr>
              <a:defRPr sz="3450" b="1">
                <a:solidFill>
                  <a:srgbClr val="162533"/>
                </a:solidFill>
              </a:defRPr>
            </a:lvl3pPr>
            <a:lvl4pPr>
              <a:defRPr sz="3450" b="1">
                <a:solidFill>
                  <a:srgbClr val="162533"/>
                </a:solidFill>
              </a:defRPr>
            </a:lvl4pPr>
            <a:lvl5pPr>
              <a:defRPr sz="3450" b="1">
                <a:solidFill>
                  <a:srgbClr val="162533"/>
                </a:solidFill>
              </a:defRPr>
            </a:lvl5pPr>
            <a:lvl6pPr>
              <a:defRPr sz="3450" b="1">
                <a:solidFill>
                  <a:srgbClr val="162533"/>
                </a:solidFill>
              </a:defRPr>
            </a:lvl6pPr>
            <a:lvl7pPr>
              <a:defRPr sz="3450" b="1">
                <a:solidFill>
                  <a:srgbClr val="162533"/>
                </a:solidFill>
              </a:defRPr>
            </a:lvl7pPr>
            <a:lvl8pPr>
              <a:defRPr sz="3450" b="1">
                <a:solidFill>
                  <a:srgbClr val="162533"/>
                </a:solidFill>
              </a:defRPr>
            </a:lvl8pPr>
            <a:lvl9pPr>
              <a:defRPr sz="3450" b="1">
                <a:solidFill>
                  <a:srgbClr val="162533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2533"/>
                </a:solidFill>
              </a:defRPr>
            </a:pPr>
            <a:r>
              <a:rPr sz="3450" b="1">
                <a:solidFill>
                  <a:srgbClr val="162533"/>
                </a:solidFill>
              </a:rPr>
              <a:t>Рынок: первые клиенты в Казахстане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39A1A-0BFD-4E9D-A53A-966290C4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16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162533"/>
                </a:solidFill>
              </a:defRPr>
            </a:defPPr>
            <a:lvl1pPr>
              <a:defRPr sz="6150" b="1">
                <a:solidFill>
                  <a:srgbClr val="162533"/>
                </a:solidFill>
              </a:defRPr>
            </a:lvl1pPr>
            <a:lvl2pPr>
              <a:defRPr sz="6150" b="1">
                <a:solidFill>
                  <a:srgbClr val="162533"/>
                </a:solidFill>
              </a:defRPr>
            </a:lvl2pPr>
            <a:lvl3pPr>
              <a:defRPr sz="6150" b="1">
                <a:solidFill>
                  <a:srgbClr val="162533"/>
                </a:solidFill>
              </a:defRPr>
            </a:lvl3pPr>
            <a:lvl4pPr>
              <a:defRPr sz="6150" b="1">
                <a:solidFill>
                  <a:srgbClr val="162533"/>
                </a:solidFill>
              </a:defRPr>
            </a:lvl4pPr>
            <a:lvl5pPr>
              <a:defRPr sz="6150" b="1">
                <a:solidFill>
                  <a:srgbClr val="162533"/>
                </a:solidFill>
              </a:defRPr>
            </a:lvl5pPr>
            <a:lvl6pPr>
              <a:defRPr sz="6150" b="1">
                <a:solidFill>
                  <a:srgbClr val="162533"/>
                </a:solidFill>
              </a:defRPr>
            </a:lvl6pPr>
            <a:lvl7pPr>
              <a:defRPr sz="6150" b="1">
                <a:solidFill>
                  <a:srgbClr val="162533"/>
                </a:solidFill>
              </a:defRPr>
            </a:lvl7pPr>
            <a:lvl8pPr>
              <a:defRPr sz="6150" b="1">
                <a:solidFill>
                  <a:srgbClr val="162533"/>
                </a:solidFill>
              </a:defRPr>
            </a:lvl8pPr>
            <a:lvl9pPr>
              <a:defRPr sz="6150" b="1">
                <a:solidFill>
                  <a:srgbClr val="162533"/>
                </a:solidFill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162533"/>
                </a:solidFill>
              </a:defRPr>
            </a:pPr>
            <a:r>
              <a:rPr sz="6150" b="1">
                <a:solidFill>
                  <a:srgbClr val="162533"/>
                </a:solidFill>
              </a:rPr>
              <a:t>706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E378C-1CAD-428B-93FE-CA63A748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575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86579"/>
                </a:solidFill>
              </a:defRPr>
            </a:defPPr>
            <a:lvl1pPr>
              <a:defRPr sz="2100" b="0">
                <a:solidFill>
                  <a:srgbClr val="486579"/>
                </a:solidFill>
              </a:defRPr>
            </a:lvl1pPr>
            <a:lvl2pPr>
              <a:defRPr sz="2100" b="0">
                <a:solidFill>
                  <a:srgbClr val="486579"/>
                </a:solidFill>
              </a:defRPr>
            </a:lvl2pPr>
            <a:lvl3pPr>
              <a:defRPr sz="2100" b="0">
                <a:solidFill>
                  <a:srgbClr val="486579"/>
                </a:solidFill>
              </a:defRPr>
            </a:lvl3pPr>
            <a:lvl4pPr>
              <a:defRPr sz="2100" b="0">
                <a:solidFill>
                  <a:srgbClr val="486579"/>
                </a:solidFill>
              </a:defRPr>
            </a:lvl4pPr>
            <a:lvl5pPr>
              <a:defRPr sz="2100" b="0">
                <a:solidFill>
                  <a:srgbClr val="486579"/>
                </a:solidFill>
              </a:defRPr>
            </a:lvl5pPr>
            <a:lvl6pPr>
              <a:defRPr sz="2100" b="0">
                <a:solidFill>
                  <a:srgbClr val="486579"/>
                </a:solidFill>
              </a:defRPr>
            </a:lvl6pPr>
            <a:lvl7pPr>
              <a:defRPr sz="2100" b="0">
                <a:solidFill>
                  <a:srgbClr val="486579"/>
                </a:solidFill>
              </a:defRPr>
            </a:lvl7pPr>
            <a:lvl8pPr>
              <a:defRPr sz="2100" b="0">
                <a:solidFill>
                  <a:srgbClr val="486579"/>
                </a:solidFill>
              </a:defRPr>
            </a:lvl8pPr>
            <a:lvl9pPr>
              <a:defRPr sz="2100" b="0">
                <a:solidFill>
                  <a:srgbClr val="48657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86579"/>
                </a:solidFill>
              </a:defRPr>
            </a:pPr>
            <a:r>
              <a:rPr sz="2100" b="0">
                <a:solidFill>
                  <a:srgbClr val="486579"/>
                </a:solidFill>
              </a:rPr>
              <a:t>организаций ТиПО</a:t>
            </a:r>
          </a:p>
          <a:p xmlns:a="http://schemas.openxmlformats.org/drawingml/2006/main">
            <a:pPr>
              <a:defRPr sz="2100" b="0">
                <a:solidFill>
                  <a:srgbClr val="486579"/>
                </a:solidFill>
              </a:defRPr>
            </a:pPr>
            <a:r>
              <a:rPr sz="2100" b="0">
                <a:solidFill>
                  <a:srgbClr val="486579"/>
                </a:solidFill>
              </a:rPr>
              <a:t>в 2025/26 учебном году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9398-2CDA-42D6-8808-A573F7DD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716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162533"/>
                </a:solidFill>
              </a:defRPr>
            </a:defPPr>
            <a:lvl1pPr>
              <a:defRPr sz="6150" b="1">
                <a:solidFill>
                  <a:srgbClr val="162533"/>
                </a:solidFill>
              </a:defRPr>
            </a:lvl1pPr>
            <a:lvl2pPr>
              <a:defRPr sz="6150" b="1">
                <a:solidFill>
                  <a:srgbClr val="162533"/>
                </a:solidFill>
              </a:defRPr>
            </a:lvl2pPr>
            <a:lvl3pPr>
              <a:defRPr sz="6150" b="1">
                <a:solidFill>
                  <a:srgbClr val="162533"/>
                </a:solidFill>
              </a:defRPr>
            </a:lvl3pPr>
            <a:lvl4pPr>
              <a:defRPr sz="6150" b="1">
                <a:solidFill>
                  <a:srgbClr val="162533"/>
                </a:solidFill>
              </a:defRPr>
            </a:lvl4pPr>
            <a:lvl5pPr>
              <a:defRPr sz="6150" b="1">
                <a:solidFill>
                  <a:srgbClr val="162533"/>
                </a:solidFill>
              </a:defRPr>
            </a:lvl5pPr>
            <a:lvl6pPr>
              <a:defRPr sz="6150" b="1">
                <a:solidFill>
                  <a:srgbClr val="162533"/>
                </a:solidFill>
              </a:defRPr>
            </a:lvl6pPr>
            <a:lvl7pPr>
              <a:defRPr sz="6150" b="1">
                <a:solidFill>
                  <a:srgbClr val="162533"/>
                </a:solidFill>
              </a:defRPr>
            </a:lvl7pPr>
            <a:lvl8pPr>
              <a:defRPr sz="6150" b="1">
                <a:solidFill>
                  <a:srgbClr val="162533"/>
                </a:solidFill>
              </a:defRPr>
            </a:lvl8pPr>
            <a:lvl9pPr>
              <a:defRPr sz="6150" b="1">
                <a:solidFill>
                  <a:srgbClr val="162533"/>
                </a:solidFill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162533"/>
                </a:solidFill>
              </a:defRPr>
            </a:pPr>
            <a:r>
              <a:rPr sz="6150" b="1">
                <a:solidFill>
                  <a:srgbClr val="162533"/>
                </a:solidFill>
              </a:rPr>
              <a:t>20%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67272-52FD-4F9C-9539-98C86C1D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5752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86579"/>
                </a:solidFill>
              </a:defRPr>
            </a:defPPr>
            <a:lvl1pPr>
              <a:defRPr sz="2100" b="0">
                <a:solidFill>
                  <a:srgbClr val="486579"/>
                </a:solidFill>
              </a:defRPr>
            </a:lvl1pPr>
            <a:lvl2pPr>
              <a:defRPr sz="2100" b="0">
                <a:solidFill>
                  <a:srgbClr val="486579"/>
                </a:solidFill>
              </a:defRPr>
            </a:lvl2pPr>
            <a:lvl3pPr>
              <a:defRPr sz="2100" b="0">
                <a:solidFill>
                  <a:srgbClr val="486579"/>
                </a:solidFill>
              </a:defRPr>
            </a:lvl3pPr>
            <a:lvl4pPr>
              <a:defRPr sz="2100" b="0">
                <a:solidFill>
                  <a:srgbClr val="486579"/>
                </a:solidFill>
              </a:defRPr>
            </a:lvl4pPr>
            <a:lvl5pPr>
              <a:defRPr sz="2100" b="0">
                <a:solidFill>
                  <a:srgbClr val="486579"/>
                </a:solidFill>
              </a:defRPr>
            </a:lvl5pPr>
            <a:lvl6pPr>
              <a:defRPr sz="2100" b="0">
                <a:solidFill>
                  <a:srgbClr val="486579"/>
                </a:solidFill>
              </a:defRPr>
            </a:lvl6pPr>
            <a:lvl7pPr>
              <a:defRPr sz="2100" b="0">
                <a:solidFill>
                  <a:srgbClr val="486579"/>
                </a:solidFill>
              </a:defRPr>
            </a:lvl7pPr>
            <a:lvl8pPr>
              <a:defRPr sz="2100" b="0">
                <a:solidFill>
                  <a:srgbClr val="486579"/>
                </a:solidFill>
              </a:defRPr>
            </a:lvl8pPr>
            <a:lvl9pPr>
              <a:defRPr sz="2100" b="0">
                <a:solidFill>
                  <a:srgbClr val="48657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86579"/>
                </a:solidFill>
              </a:defRPr>
            </a:pPr>
            <a:r>
              <a:rPr sz="2100" b="0">
                <a:solidFill>
                  <a:srgbClr val="486579"/>
                </a:solidFill>
              </a:rPr>
              <a:t>предполагаемая доля</a:t>
            </a:r>
          </a:p>
          <a:p xmlns:a="http://schemas.openxmlformats.org/drawingml/2006/main">
            <a:pPr>
              <a:defRPr sz="2100" b="0">
                <a:solidFill>
                  <a:srgbClr val="486579"/>
                </a:solidFill>
              </a:defRPr>
            </a:pPr>
            <a:r>
              <a:rPr sz="2100" b="0">
                <a:solidFill>
                  <a:srgbClr val="486579"/>
                </a:solidFill>
              </a:rPr>
              <a:t>подходящих учреждений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0BC1D-B61C-4D71-AB42-84877FF4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716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162533"/>
                </a:solidFill>
              </a:defRPr>
            </a:defPPr>
            <a:lvl1pPr>
              <a:defRPr sz="5400" b="1">
                <a:solidFill>
                  <a:srgbClr val="162533"/>
                </a:solidFill>
              </a:defRPr>
            </a:lvl1pPr>
            <a:lvl2pPr>
              <a:defRPr sz="5400" b="1">
                <a:solidFill>
                  <a:srgbClr val="162533"/>
                </a:solidFill>
              </a:defRPr>
            </a:lvl2pPr>
            <a:lvl3pPr>
              <a:defRPr sz="5400" b="1">
                <a:solidFill>
                  <a:srgbClr val="162533"/>
                </a:solidFill>
              </a:defRPr>
            </a:lvl3pPr>
            <a:lvl4pPr>
              <a:defRPr sz="5400" b="1">
                <a:solidFill>
                  <a:srgbClr val="162533"/>
                </a:solidFill>
              </a:defRPr>
            </a:lvl4pPr>
            <a:lvl5pPr>
              <a:defRPr sz="5400" b="1">
                <a:solidFill>
                  <a:srgbClr val="162533"/>
                </a:solidFill>
              </a:defRPr>
            </a:lvl5pPr>
            <a:lvl6pPr>
              <a:defRPr sz="5400" b="1">
                <a:solidFill>
                  <a:srgbClr val="162533"/>
                </a:solidFill>
              </a:defRPr>
            </a:lvl6pPr>
            <a:lvl7pPr>
              <a:defRPr sz="5400" b="1">
                <a:solidFill>
                  <a:srgbClr val="162533"/>
                </a:solidFill>
              </a:defRPr>
            </a:lvl7pPr>
            <a:lvl8pPr>
              <a:defRPr sz="5400" b="1">
                <a:solidFill>
                  <a:srgbClr val="162533"/>
                </a:solidFill>
              </a:defRPr>
            </a:lvl8pPr>
            <a:lvl9pPr>
              <a:defRPr sz="5400" b="1">
                <a:solidFill>
                  <a:srgbClr val="162533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162533"/>
                </a:solidFill>
              </a:defRPr>
            </a:pPr>
            <a:r>
              <a:rPr sz="5400" b="1">
                <a:solidFill>
                  <a:srgbClr val="162533"/>
                </a:solidFill>
              </a:rPr>
              <a:t>$2 000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74249-4E50-4F5F-BF59-3BE92879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575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86579"/>
                </a:solidFill>
              </a:defRPr>
            </a:defPPr>
            <a:lvl1pPr>
              <a:defRPr sz="2025" b="0">
                <a:solidFill>
                  <a:srgbClr val="486579"/>
                </a:solidFill>
              </a:defRPr>
            </a:lvl1pPr>
            <a:lvl2pPr>
              <a:defRPr sz="2025" b="0">
                <a:solidFill>
                  <a:srgbClr val="486579"/>
                </a:solidFill>
              </a:defRPr>
            </a:lvl2pPr>
            <a:lvl3pPr>
              <a:defRPr sz="2025" b="0">
                <a:solidFill>
                  <a:srgbClr val="486579"/>
                </a:solidFill>
              </a:defRPr>
            </a:lvl3pPr>
            <a:lvl4pPr>
              <a:defRPr sz="2025" b="0">
                <a:solidFill>
                  <a:srgbClr val="486579"/>
                </a:solidFill>
              </a:defRPr>
            </a:lvl4pPr>
            <a:lvl5pPr>
              <a:defRPr sz="2025" b="0">
                <a:solidFill>
                  <a:srgbClr val="486579"/>
                </a:solidFill>
              </a:defRPr>
            </a:lvl5pPr>
            <a:lvl6pPr>
              <a:defRPr sz="2025" b="0">
                <a:solidFill>
                  <a:srgbClr val="486579"/>
                </a:solidFill>
              </a:defRPr>
            </a:lvl6pPr>
            <a:lvl7pPr>
              <a:defRPr sz="2025" b="0">
                <a:solidFill>
                  <a:srgbClr val="486579"/>
                </a:solidFill>
              </a:defRPr>
            </a:lvl7pPr>
            <a:lvl8pPr>
              <a:defRPr sz="2025" b="0">
                <a:solidFill>
                  <a:srgbClr val="486579"/>
                </a:solidFill>
              </a:defRPr>
            </a:lvl8pPr>
            <a:lvl9pPr>
              <a:defRPr sz="2025" b="0">
                <a:solidFill>
                  <a:srgbClr val="486579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86579"/>
                </a:solidFill>
              </a:defRPr>
            </a:pPr>
            <a:r>
              <a:rPr sz="2025" b="0">
                <a:solidFill>
                  <a:srgbClr val="486579"/>
                </a:solidFill>
              </a:rPr>
              <a:t>за организацию в год</a:t>
            </a:r>
          </a:p>
          <a:p xmlns:a="http://schemas.openxmlformats.org/drawingml/2006/main">
            <a:pPr>
              <a:defRPr sz="2025" b="0">
                <a:solidFill>
                  <a:srgbClr val="486579"/>
                </a:solidFill>
              </a:defRPr>
            </a:pPr>
            <a:r>
              <a:rPr sz="2025" b="0">
                <a:solidFill>
                  <a:srgbClr val="486579"/>
                </a:solidFill>
              </a:rPr>
              <a:t>гипотеза цены лицензии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17F44-A6C3-4126-8BF5-507EDD0C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2533"/>
                </a:solidFill>
              </a:defRPr>
            </a:defPPr>
            <a:lvl1pPr>
              <a:defRPr sz="3450" b="1">
                <a:solidFill>
                  <a:srgbClr val="162533"/>
                </a:solidFill>
              </a:defRPr>
            </a:lvl1pPr>
            <a:lvl2pPr>
              <a:defRPr sz="3450" b="1">
                <a:solidFill>
                  <a:srgbClr val="162533"/>
                </a:solidFill>
              </a:defRPr>
            </a:lvl2pPr>
            <a:lvl3pPr>
              <a:defRPr sz="3450" b="1">
                <a:solidFill>
                  <a:srgbClr val="162533"/>
                </a:solidFill>
              </a:defRPr>
            </a:lvl3pPr>
            <a:lvl4pPr>
              <a:defRPr sz="3450" b="1">
                <a:solidFill>
                  <a:srgbClr val="162533"/>
                </a:solidFill>
              </a:defRPr>
            </a:lvl4pPr>
            <a:lvl5pPr>
              <a:defRPr sz="3450" b="1">
                <a:solidFill>
                  <a:srgbClr val="162533"/>
                </a:solidFill>
              </a:defRPr>
            </a:lvl5pPr>
            <a:lvl6pPr>
              <a:defRPr sz="3450" b="1">
                <a:solidFill>
                  <a:srgbClr val="162533"/>
                </a:solidFill>
              </a:defRPr>
            </a:lvl6pPr>
            <a:lvl7pPr>
              <a:defRPr sz="3450" b="1">
                <a:solidFill>
                  <a:srgbClr val="162533"/>
                </a:solidFill>
              </a:defRPr>
            </a:lvl7pPr>
            <a:lvl8pPr>
              <a:defRPr sz="3450" b="1">
                <a:solidFill>
                  <a:srgbClr val="162533"/>
                </a:solidFill>
              </a:defRPr>
            </a:lvl8pPr>
            <a:lvl9pPr>
              <a:defRPr sz="3450" b="1">
                <a:solidFill>
                  <a:srgbClr val="162533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2533"/>
                </a:solidFill>
              </a:defRPr>
            </a:pPr>
            <a:r>
              <a:rPr sz="3450" b="1">
                <a:solidFill>
                  <a:srgbClr val="162533"/>
                </a:solidFill>
              </a:rPr>
              <a:t>706 × 20% × $2 000 ≈ $282 тыс. / год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E8403-E0D0-40C4-9E86-3EE45F40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435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86579"/>
                </a:solidFill>
              </a:defRPr>
            </a:defPPr>
            <a:lvl1pPr>
              <a:defRPr sz="1800" b="0">
                <a:solidFill>
                  <a:srgbClr val="486579"/>
                </a:solidFill>
              </a:defRPr>
            </a:lvl1pPr>
            <a:lvl2pPr>
              <a:defRPr sz="1800" b="0">
                <a:solidFill>
                  <a:srgbClr val="486579"/>
                </a:solidFill>
              </a:defRPr>
            </a:lvl2pPr>
            <a:lvl3pPr>
              <a:defRPr sz="1800" b="0">
                <a:solidFill>
                  <a:srgbClr val="486579"/>
                </a:solidFill>
              </a:defRPr>
            </a:lvl3pPr>
            <a:lvl4pPr>
              <a:defRPr sz="1800" b="0">
                <a:solidFill>
                  <a:srgbClr val="486579"/>
                </a:solidFill>
              </a:defRPr>
            </a:lvl4pPr>
            <a:lvl5pPr>
              <a:defRPr sz="1800" b="0">
                <a:solidFill>
                  <a:srgbClr val="486579"/>
                </a:solidFill>
              </a:defRPr>
            </a:lvl5pPr>
            <a:lvl6pPr>
              <a:defRPr sz="1800" b="0">
                <a:solidFill>
                  <a:srgbClr val="486579"/>
                </a:solidFill>
              </a:defRPr>
            </a:lvl6pPr>
            <a:lvl7pPr>
              <a:defRPr sz="1800" b="0">
                <a:solidFill>
                  <a:srgbClr val="486579"/>
                </a:solidFill>
              </a:defRPr>
            </a:lvl7pPr>
            <a:lvl8pPr>
              <a:defRPr sz="1800" b="0">
                <a:solidFill>
                  <a:srgbClr val="486579"/>
                </a:solidFill>
              </a:defRPr>
            </a:lvl8pPr>
            <a:lvl9pPr>
              <a:defRPr sz="1800" b="0">
                <a:solidFill>
                  <a:srgbClr val="486579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86579"/>
                </a:solidFill>
              </a:defRPr>
            </a:pPr>
            <a:r>
              <a:rPr sz="1800" b="0">
                <a:solidFill>
                  <a:srgbClr val="486579"/>
                </a:solidFill>
              </a:rPr>
              <a:t>Расчёт учебного сегмента. Долю клиентов и готовность платить проверим в пилоте.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6C5A7-6E06-43C5-BCF9-B5990F58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055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86579"/>
                </a:solidFill>
              </a:defRPr>
            </a:defPPr>
            <a:lvl1pPr>
              <a:defRPr sz="1350" b="0">
                <a:solidFill>
                  <a:srgbClr val="486579"/>
                </a:solidFill>
              </a:defRPr>
            </a:lvl1pPr>
            <a:lvl2pPr>
              <a:defRPr sz="1350" b="0">
                <a:solidFill>
                  <a:srgbClr val="486579"/>
                </a:solidFill>
              </a:defRPr>
            </a:lvl2pPr>
            <a:lvl3pPr>
              <a:defRPr sz="1350" b="0">
                <a:solidFill>
                  <a:srgbClr val="486579"/>
                </a:solidFill>
              </a:defRPr>
            </a:lvl3pPr>
            <a:lvl4pPr>
              <a:defRPr sz="1350" b="0">
                <a:solidFill>
                  <a:srgbClr val="486579"/>
                </a:solidFill>
              </a:defRPr>
            </a:lvl4pPr>
            <a:lvl5pPr>
              <a:defRPr sz="1350" b="0">
                <a:solidFill>
                  <a:srgbClr val="486579"/>
                </a:solidFill>
              </a:defRPr>
            </a:lvl5pPr>
            <a:lvl6pPr>
              <a:defRPr sz="1350" b="0">
                <a:solidFill>
                  <a:srgbClr val="486579"/>
                </a:solidFill>
              </a:defRPr>
            </a:lvl6pPr>
            <a:lvl7pPr>
              <a:defRPr sz="1350" b="0">
                <a:solidFill>
                  <a:srgbClr val="486579"/>
                </a:solidFill>
              </a:defRPr>
            </a:lvl7pPr>
            <a:lvl8pPr>
              <a:defRPr sz="1350" b="0">
                <a:solidFill>
                  <a:srgbClr val="486579"/>
                </a:solidFill>
              </a:defRPr>
            </a:lvl8pPr>
            <a:lvl9pPr>
              <a:defRPr sz="1350" b="0">
                <a:solidFill>
                  <a:srgbClr val="48657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86579"/>
                </a:solidFill>
              </a:defRPr>
            </a:pPr>
            <a:r>
              <a:rPr sz="1350" b="0">
                <a:solidFill>
                  <a:srgbClr val="486579"/>
                </a:solidFill>
              </a:rPr>
              <a:t>Мировой ориентир: $16,4 млрд иммерсивного обучения в 2024 году, включая оборудование.</a:t>
            </a:r>
          </a:p>
          <a:p xmlns:a="http://schemas.openxmlformats.org/drawingml/2006/main">
            <a:pPr>
              <a:defRPr sz="1350" b="0">
                <a:solidFill>
                  <a:srgbClr val="486579"/>
                </a:solidFill>
              </a:defRPr>
            </a:pPr>
            <a:r>
              <a:rPr sz="1350" b="0">
                <a:solidFill>
                  <a:srgbClr val="486579"/>
                </a:solidFill>
              </a:rPr>
              <a:t>Источники: БНС Казахстана и Grand View Research. Это не прогноз нашей выручки.</a:t>
            </a:r>
          </a:p>
        </p:txBody>
      </p:sp>
    </p:spTree>
    <p:extLst>
      <p:ext uri="{BB962C8B-B14F-4D97-AF65-F5344CB8AC3E}">
        <p14:creationId xmlns:p14="http://schemas.microsoft.com/office/powerpoint/2010/main" val="19377390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F5C7D-F524-4059-AC42-39832ADE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79C5FF"/>
                </a:solidFill>
              </a:defRPr>
            </a:defPPr>
            <a:lvl1pPr>
              <a:defRPr sz="1425" b="1">
                <a:solidFill>
                  <a:srgbClr val="79C5FF"/>
                </a:solidFill>
              </a:defRPr>
            </a:lvl1pPr>
            <a:lvl2pPr>
              <a:defRPr sz="1425" b="1">
                <a:solidFill>
                  <a:srgbClr val="79C5FF"/>
                </a:solidFill>
              </a:defRPr>
            </a:lvl2pPr>
            <a:lvl3pPr>
              <a:defRPr sz="1425" b="1">
                <a:solidFill>
                  <a:srgbClr val="79C5FF"/>
                </a:solidFill>
              </a:defRPr>
            </a:lvl3pPr>
            <a:lvl4pPr>
              <a:defRPr sz="1425" b="1">
                <a:solidFill>
                  <a:srgbClr val="79C5FF"/>
                </a:solidFill>
              </a:defRPr>
            </a:lvl4pPr>
            <a:lvl5pPr>
              <a:defRPr sz="1425" b="1">
                <a:solidFill>
                  <a:srgbClr val="79C5FF"/>
                </a:solidFill>
              </a:defRPr>
            </a:lvl5pPr>
            <a:lvl6pPr>
              <a:defRPr sz="1425" b="1">
                <a:solidFill>
                  <a:srgbClr val="79C5FF"/>
                </a:solidFill>
              </a:defRPr>
            </a:lvl6pPr>
            <a:lvl7pPr>
              <a:defRPr sz="1425" b="1">
                <a:solidFill>
                  <a:srgbClr val="79C5FF"/>
                </a:solidFill>
              </a:defRPr>
            </a:lvl7pPr>
            <a:lvl8pPr>
              <a:defRPr sz="1425" b="1">
                <a:solidFill>
                  <a:srgbClr val="79C5FF"/>
                </a:solidFill>
              </a:defRPr>
            </a:lvl8pPr>
            <a:lvl9pPr>
              <a:defRPr sz="1425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79C5FF"/>
                </a:solidFill>
              </a:defRPr>
            </a:pPr>
            <a:r>
              <a:rPr sz="1425" b="1">
                <a:solidFill>
                  <a:srgbClr val="79C5FF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5947C-87B6-436B-9F43-4D2B3DD8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F7F7"/>
                </a:solidFill>
              </a:defRPr>
            </a:defPPr>
            <a:lvl1pPr>
              <a:defRPr sz="3450" b="1">
                <a:solidFill>
                  <a:srgbClr val="F5F7F7"/>
                </a:solidFill>
              </a:defRPr>
            </a:lvl1pPr>
            <a:lvl2pPr>
              <a:defRPr sz="3450" b="1">
                <a:solidFill>
                  <a:srgbClr val="F5F7F7"/>
                </a:solidFill>
              </a:defRPr>
            </a:lvl2pPr>
            <a:lvl3pPr>
              <a:defRPr sz="3450" b="1">
                <a:solidFill>
                  <a:srgbClr val="F5F7F7"/>
                </a:solidFill>
              </a:defRPr>
            </a:lvl3pPr>
            <a:lvl4pPr>
              <a:defRPr sz="3450" b="1">
                <a:solidFill>
                  <a:srgbClr val="F5F7F7"/>
                </a:solidFill>
              </a:defRPr>
            </a:lvl4pPr>
            <a:lvl5pPr>
              <a:defRPr sz="3450" b="1">
                <a:solidFill>
                  <a:srgbClr val="F5F7F7"/>
                </a:solidFill>
              </a:defRPr>
            </a:lvl5pPr>
            <a:lvl6pPr>
              <a:defRPr sz="3450" b="1">
                <a:solidFill>
                  <a:srgbClr val="F5F7F7"/>
                </a:solidFill>
              </a:defRPr>
            </a:lvl6pPr>
            <a:lvl7pPr>
              <a:defRPr sz="3450" b="1">
                <a:solidFill>
                  <a:srgbClr val="F5F7F7"/>
                </a:solidFill>
              </a:defRPr>
            </a:lvl7pPr>
            <a:lvl8pPr>
              <a:defRPr sz="3450" b="1">
                <a:solidFill>
                  <a:srgbClr val="F5F7F7"/>
                </a:solidFill>
              </a:defRPr>
            </a:lvl8pPr>
            <a:lvl9pPr>
              <a:defRPr sz="3450" b="1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F7F7"/>
                </a:solidFill>
              </a:defRPr>
            </a:pPr>
            <a:r>
              <a:rPr sz="3450" b="1">
                <a:solidFill>
                  <a:srgbClr val="F5F7F7"/>
                </a:solidFill>
              </a:rPr>
              <a:t>Бизнес-модель: годовая лицензия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55410-F20B-4A65-8792-8ECBAA05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1675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79C5FF"/>
                </a:solidFill>
              </a:defRPr>
            </a:defPPr>
            <a:lvl1pPr>
              <a:defRPr sz="4800" b="1">
                <a:solidFill>
                  <a:srgbClr val="79C5FF"/>
                </a:solidFill>
              </a:defRPr>
            </a:lvl1pPr>
            <a:lvl2pPr>
              <a:defRPr sz="4800" b="1">
                <a:solidFill>
                  <a:srgbClr val="79C5FF"/>
                </a:solidFill>
              </a:defRPr>
            </a:lvl2pPr>
            <a:lvl3pPr>
              <a:defRPr sz="4800" b="1">
                <a:solidFill>
                  <a:srgbClr val="79C5FF"/>
                </a:solidFill>
              </a:defRPr>
            </a:lvl3pPr>
            <a:lvl4pPr>
              <a:defRPr sz="4800" b="1">
                <a:solidFill>
                  <a:srgbClr val="79C5FF"/>
                </a:solidFill>
              </a:defRPr>
            </a:lvl4pPr>
            <a:lvl5pPr>
              <a:defRPr sz="4800" b="1">
                <a:solidFill>
                  <a:srgbClr val="79C5FF"/>
                </a:solidFill>
              </a:defRPr>
            </a:lvl5pPr>
            <a:lvl6pPr>
              <a:defRPr sz="4800" b="1">
                <a:solidFill>
                  <a:srgbClr val="79C5FF"/>
                </a:solidFill>
              </a:defRPr>
            </a:lvl6pPr>
            <a:lvl7pPr>
              <a:defRPr sz="4800" b="1">
                <a:solidFill>
                  <a:srgbClr val="79C5FF"/>
                </a:solidFill>
              </a:defRPr>
            </a:lvl7pPr>
            <a:lvl8pPr>
              <a:defRPr sz="4800" b="1">
                <a:solidFill>
                  <a:srgbClr val="79C5FF"/>
                </a:solidFill>
              </a:defRPr>
            </a:lvl8pPr>
            <a:lvl9pPr>
              <a:defRPr sz="4800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79C5FF"/>
                </a:solidFill>
              </a:defRPr>
            </a:pPr>
            <a:r>
              <a:rPr sz="4800" b="1">
                <a:solidFill>
                  <a:srgbClr val="79C5FF"/>
                </a:solidFill>
              </a:rPr>
              <a:t>$2 000 / год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5AAE7-1272-4483-8ED1-728D6E9F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FC0CB"/>
                </a:solidFill>
              </a:defRPr>
            </a:defPPr>
            <a:lvl1pPr>
              <a:defRPr sz="2100" b="0">
                <a:solidFill>
                  <a:srgbClr val="AFC0CB"/>
                </a:solidFill>
              </a:defRPr>
            </a:lvl1pPr>
            <a:lvl2pPr>
              <a:defRPr sz="2100" b="0">
                <a:solidFill>
                  <a:srgbClr val="AFC0CB"/>
                </a:solidFill>
              </a:defRPr>
            </a:lvl2pPr>
            <a:lvl3pPr>
              <a:defRPr sz="2100" b="0">
                <a:solidFill>
                  <a:srgbClr val="AFC0CB"/>
                </a:solidFill>
              </a:defRPr>
            </a:lvl3pPr>
            <a:lvl4pPr>
              <a:defRPr sz="2100" b="0">
                <a:solidFill>
                  <a:srgbClr val="AFC0CB"/>
                </a:solidFill>
              </a:defRPr>
            </a:lvl4pPr>
            <a:lvl5pPr>
              <a:defRPr sz="2100" b="0">
                <a:solidFill>
                  <a:srgbClr val="AFC0CB"/>
                </a:solidFill>
              </a:defRPr>
            </a:lvl5pPr>
            <a:lvl6pPr>
              <a:defRPr sz="2100" b="0">
                <a:solidFill>
                  <a:srgbClr val="AFC0CB"/>
                </a:solidFill>
              </a:defRPr>
            </a:lvl6pPr>
            <a:lvl7pPr>
              <a:defRPr sz="2100" b="0">
                <a:solidFill>
                  <a:srgbClr val="AFC0CB"/>
                </a:solidFill>
              </a:defRPr>
            </a:lvl7pPr>
            <a:lvl8pPr>
              <a:defRPr sz="2100" b="0">
                <a:solidFill>
                  <a:srgbClr val="AFC0CB"/>
                </a:solidFill>
              </a:defRPr>
            </a:lvl8pPr>
            <a:lvl9pPr>
              <a:defRPr sz="2100" b="0">
                <a:solidFill>
                  <a:srgbClr val="AFC0CB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FC0CB"/>
                </a:solidFill>
              </a:defRPr>
            </a:pPr>
            <a:r>
              <a:rPr sz="2100" b="0">
                <a:solidFill>
                  <a:srgbClr val="AFC0CB"/>
                </a:solidFill>
              </a:rPr>
              <a:t>Плановый ориентир за организацию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1916C-56A1-4253-9340-CE9B26DA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62388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5F7F7"/>
                </a:solidFill>
              </a:defRPr>
            </a:defPPr>
            <a:lvl1pPr>
              <a:defRPr sz="2250" b="0">
                <a:solidFill>
                  <a:srgbClr val="F5F7F7"/>
                </a:solidFill>
              </a:defRPr>
            </a:lvl1pPr>
            <a:lvl2pPr>
              <a:defRPr sz="2250" b="0">
                <a:solidFill>
                  <a:srgbClr val="F5F7F7"/>
                </a:solidFill>
              </a:defRPr>
            </a:lvl2pPr>
            <a:lvl3pPr>
              <a:defRPr sz="2250" b="0">
                <a:solidFill>
                  <a:srgbClr val="F5F7F7"/>
                </a:solidFill>
              </a:defRPr>
            </a:lvl3pPr>
            <a:lvl4pPr>
              <a:defRPr sz="2250" b="0">
                <a:solidFill>
                  <a:srgbClr val="F5F7F7"/>
                </a:solidFill>
              </a:defRPr>
            </a:lvl4pPr>
            <a:lvl5pPr>
              <a:defRPr sz="2250" b="0">
                <a:solidFill>
                  <a:srgbClr val="F5F7F7"/>
                </a:solidFill>
              </a:defRPr>
            </a:lvl5pPr>
            <a:lvl6pPr>
              <a:defRPr sz="2250" b="0">
                <a:solidFill>
                  <a:srgbClr val="F5F7F7"/>
                </a:solidFill>
              </a:defRPr>
            </a:lvl6pPr>
            <a:lvl7pPr>
              <a:defRPr sz="2250" b="0">
                <a:solidFill>
                  <a:srgbClr val="F5F7F7"/>
                </a:solidFill>
              </a:defRPr>
            </a:lvl7pPr>
            <a:lvl8pPr>
              <a:defRPr sz="2250" b="0">
                <a:solidFill>
                  <a:srgbClr val="F5F7F7"/>
                </a:solidFill>
              </a:defRPr>
            </a:lvl8pPr>
            <a:lvl9pPr>
              <a:defRPr sz="2250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5F7F7"/>
                </a:solidFill>
              </a:defRPr>
            </a:pPr>
            <a:r>
              <a:rPr sz="2250" b="0">
                <a:solidFill>
                  <a:srgbClr val="F5F7F7"/>
                </a:solidFill>
              </a:rPr>
              <a:t>Платит учебное заведение</a:t>
            </a:r>
          </a:p>
          <a:p xmlns:a="http://schemas.openxmlformats.org/drawingml/2006/main">
            <a:pPr>
              <a:defRPr sz="2250" b="0">
                <a:solidFill>
                  <a:srgbClr val="F5F7F7"/>
                </a:solidFill>
              </a:defRPr>
            </a:pPr>
            <a:r>
              <a:rPr sz="2250" b="0">
                <a:solidFill>
                  <a:srgbClr val="F5F7F7"/>
                </a:solidFill>
              </a:rPr>
              <a:t>или учебный центр предприятия.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F07D7-B285-4BDF-9AF0-0188E4D9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57775"/>
            <a:ext cx="62388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5F7F7"/>
                </a:solidFill>
              </a:defRPr>
            </a:defPPr>
            <a:lvl1pPr>
              <a:defRPr sz="2175" b="0">
                <a:solidFill>
                  <a:srgbClr val="F5F7F7"/>
                </a:solidFill>
              </a:defRPr>
            </a:lvl1pPr>
            <a:lvl2pPr>
              <a:defRPr sz="2175" b="0">
                <a:solidFill>
                  <a:srgbClr val="F5F7F7"/>
                </a:solidFill>
              </a:defRPr>
            </a:lvl2pPr>
            <a:lvl3pPr>
              <a:defRPr sz="2175" b="0">
                <a:solidFill>
                  <a:srgbClr val="F5F7F7"/>
                </a:solidFill>
              </a:defRPr>
            </a:lvl3pPr>
            <a:lvl4pPr>
              <a:defRPr sz="2175" b="0">
                <a:solidFill>
                  <a:srgbClr val="F5F7F7"/>
                </a:solidFill>
              </a:defRPr>
            </a:lvl4pPr>
            <a:lvl5pPr>
              <a:defRPr sz="2175" b="0">
                <a:solidFill>
                  <a:srgbClr val="F5F7F7"/>
                </a:solidFill>
              </a:defRPr>
            </a:lvl5pPr>
            <a:lvl6pPr>
              <a:defRPr sz="2175" b="0">
                <a:solidFill>
                  <a:srgbClr val="F5F7F7"/>
                </a:solidFill>
              </a:defRPr>
            </a:lvl6pPr>
            <a:lvl7pPr>
              <a:defRPr sz="2175" b="0">
                <a:solidFill>
                  <a:srgbClr val="F5F7F7"/>
                </a:solidFill>
              </a:defRPr>
            </a:lvl7pPr>
            <a:lvl8pPr>
              <a:defRPr sz="2175" b="0">
                <a:solidFill>
                  <a:srgbClr val="F5F7F7"/>
                </a:solidFill>
              </a:defRPr>
            </a:lvl8pPr>
            <a:lvl9pPr>
              <a:defRPr sz="2175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5F7F7"/>
                </a:solidFill>
              </a:defRPr>
            </a:pPr>
            <a:r>
              <a:rPr sz="2175" b="0">
                <a:solidFill>
                  <a:srgbClr val="F5F7F7"/>
                </a:solidFill>
              </a:rPr>
              <a:t>Лицензия: VR-цех, сценарии,</a:t>
            </a:r>
          </a:p>
          <a:p xmlns:a="http://schemas.openxmlformats.org/drawingml/2006/main">
            <a:pPr>
              <a:defRPr sz="2175" b="0">
                <a:solidFill>
                  <a:srgbClr val="F5F7F7"/>
                </a:solidFill>
              </a:defRPr>
            </a:pPr>
            <a:r>
              <a:rPr sz="2175" b="0">
                <a:solidFill>
                  <a:srgbClr val="F5F7F7"/>
                </a:solidFill>
              </a:rPr>
              <a:t>ИИ-помощник и обновления.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AF01E-ACA8-426C-81A2-BFCC0EC0FA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ff094b91b44fe"/>
          <a:stretch xmlns:a="http://schemas.openxmlformats.org/drawingml/2006/main"/>
        </p:blipFill>
        <p:spPr>
          <a:xfrm xmlns:a="http://schemas.openxmlformats.org/drawingml/2006/main">
            <a:off x="7381875" y="2105323"/>
            <a:ext cx="4238625" cy="291405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C6F97-F508-489C-9FC1-F66BC0B2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911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A45F"/>
                </a:solidFill>
              </a:defRPr>
            </a:defPPr>
            <a:lvl1pPr>
              <a:defRPr sz="2025" b="1">
                <a:solidFill>
                  <a:srgbClr val="FFA45F"/>
                </a:solidFill>
              </a:defRPr>
            </a:lvl1pPr>
            <a:lvl2pPr>
              <a:defRPr sz="2025" b="1">
                <a:solidFill>
                  <a:srgbClr val="FFA45F"/>
                </a:solidFill>
              </a:defRPr>
            </a:lvl2pPr>
            <a:lvl3pPr>
              <a:defRPr sz="2025" b="1">
                <a:solidFill>
                  <a:srgbClr val="FFA45F"/>
                </a:solidFill>
              </a:defRPr>
            </a:lvl3pPr>
            <a:lvl4pPr>
              <a:defRPr sz="2025" b="1">
                <a:solidFill>
                  <a:srgbClr val="FFA45F"/>
                </a:solidFill>
              </a:defRPr>
            </a:lvl4pPr>
            <a:lvl5pPr>
              <a:defRPr sz="2025" b="1">
                <a:solidFill>
                  <a:srgbClr val="FFA45F"/>
                </a:solidFill>
              </a:defRPr>
            </a:lvl5pPr>
            <a:lvl6pPr>
              <a:defRPr sz="2025" b="1">
                <a:solidFill>
                  <a:srgbClr val="FFA45F"/>
                </a:solidFill>
              </a:defRPr>
            </a:lvl6pPr>
            <a:lvl7pPr>
              <a:defRPr sz="2025" b="1">
                <a:solidFill>
                  <a:srgbClr val="FFA45F"/>
                </a:solidFill>
              </a:defRPr>
            </a:lvl7pPr>
            <a:lvl8pPr>
              <a:defRPr sz="2025" b="1">
                <a:solidFill>
                  <a:srgbClr val="FFA45F"/>
                </a:solidFill>
              </a:defRPr>
            </a:lvl8pPr>
            <a:lvl9pPr>
              <a:defRPr sz="2025" b="1">
                <a:solidFill>
                  <a:srgbClr val="FFA45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A45F"/>
                </a:solidFill>
              </a:defRPr>
            </a:pPr>
            <a:r>
              <a:rPr sz="2025" b="1">
                <a:solidFill>
                  <a:srgbClr val="FFA45F"/>
                </a:solidFill>
              </a:rPr>
              <a:t>Дополнительно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2D6CF-E9A5-42A5-BA40-FF76FD7F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8293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5F7F7"/>
                </a:solidFill>
              </a:defRPr>
            </a:defPPr>
            <a:lvl1pPr>
              <a:defRPr sz="1875" b="0">
                <a:solidFill>
                  <a:srgbClr val="F5F7F7"/>
                </a:solidFill>
              </a:defRPr>
            </a:lvl1pPr>
            <a:lvl2pPr>
              <a:defRPr sz="1875" b="0">
                <a:solidFill>
                  <a:srgbClr val="F5F7F7"/>
                </a:solidFill>
              </a:defRPr>
            </a:lvl2pPr>
            <a:lvl3pPr>
              <a:defRPr sz="1875" b="0">
                <a:solidFill>
                  <a:srgbClr val="F5F7F7"/>
                </a:solidFill>
              </a:defRPr>
            </a:lvl3pPr>
            <a:lvl4pPr>
              <a:defRPr sz="1875" b="0">
                <a:solidFill>
                  <a:srgbClr val="F5F7F7"/>
                </a:solidFill>
              </a:defRPr>
            </a:lvl4pPr>
            <a:lvl5pPr>
              <a:defRPr sz="1875" b="0">
                <a:solidFill>
                  <a:srgbClr val="F5F7F7"/>
                </a:solidFill>
              </a:defRPr>
            </a:lvl5pPr>
            <a:lvl6pPr>
              <a:defRPr sz="1875" b="0">
                <a:solidFill>
                  <a:srgbClr val="F5F7F7"/>
                </a:solidFill>
              </a:defRPr>
            </a:lvl6pPr>
            <a:lvl7pPr>
              <a:defRPr sz="1875" b="0">
                <a:solidFill>
                  <a:srgbClr val="F5F7F7"/>
                </a:solidFill>
              </a:defRPr>
            </a:lvl7pPr>
            <a:lvl8pPr>
              <a:defRPr sz="1875" b="0">
                <a:solidFill>
                  <a:srgbClr val="F5F7F7"/>
                </a:solidFill>
              </a:defRPr>
            </a:lvl8pPr>
            <a:lvl9pPr>
              <a:defRPr sz="1875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5F7F7"/>
                </a:solidFill>
              </a:defRPr>
            </a:pPr>
            <a:r>
              <a:rPr sz="1875" b="0">
                <a:solidFill>
                  <a:srgbClr val="F5F7F7"/>
                </a:solidFill>
              </a:rPr>
              <a:t>Сценарии под заказ,</a:t>
            </a:r>
          </a:p>
          <a:p xmlns:a="http://schemas.openxmlformats.org/drawingml/2006/main">
            <a:pPr>
              <a:defRPr sz="1875" b="0">
                <a:solidFill>
                  <a:srgbClr val="F5F7F7"/>
                </a:solidFill>
              </a:defRPr>
            </a:pPr>
            <a:r>
              <a:rPr sz="1875" b="0">
                <a:solidFill>
                  <a:srgbClr val="F5F7F7"/>
                </a:solidFill>
              </a:rPr>
              <a:t>внедрение и поддержка.</a:t>
            </a:r>
          </a:p>
        </p:txBody>
      </p:sp>
    </p:spTree>
    <p:extLst>
      <p:ext uri="{BB962C8B-B14F-4D97-AF65-F5344CB8AC3E}">
        <p14:creationId xmlns:p14="http://schemas.microsoft.com/office/powerpoint/2010/main" val="3324085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9C222-8264-4C9D-B602-DC3FE501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79C5FF"/>
                </a:solidFill>
              </a:defRPr>
            </a:defPPr>
            <a:lvl1pPr>
              <a:defRPr sz="1425" b="1">
                <a:solidFill>
                  <a:srgbClr val="79C5FF"/>
                </a:solidFill>
              </a:defRPr>
            </a:lvl1pPr>
            <a:lvl2pPr>
              <a:defRPr sz="1425" b="1">
                <a:solidFill>
                  <a:srgbClr val="79C5FF"/>
                </a:solidFill>
              </a:defRPr>
            </a:lvl2pPr>
            <a:lvl3pPr>
              <a:defRPr sz="1425" b="1">
                <a:solidFill>
                  <a:srgbClr val="79C5FF"/>
                </a:solidFill>
              </a:defRPr>
            </a:lvl3pPr>
            <a:lvl4pPr>
              <a:defRPr sz="1425" b="1">
                <a:solidFill>
                  <a:srgbClr val="79C5FF"/>
                </a:solidFill>
              </a:defRPr>
            </a:lvl4pPr>
            <a:lvl5pPr>
              <a:defRPr sz="1425" b="1">
                <a:solidFill>
                  <a:srgbClr val="79C5FF"/>
                </a:solidFill>
              </a:defRPr>
            </a:lvl5pPr>
            <a:lvl6pPr>
              <a:defRPr sz="1425" b="1">
                <a:solidFill>
                  <a:srgbClr val="79C5FF"/>
                </a:solidFill>
              </a:defRPr>
            </a:lvl6pPr>
            <a:lvl7pPr>
              <a:defRPr sz="1425" b="1">
                <a:solidFill>
                  <a:srgbClr val="79C5FF"/>
                </a:solidFill>
              </a:defRPr>
            </a:lvl7pPr>
            <a:lvl8pPr>
              <a:defRPr sz="1425" b="1">
                <a:solidFill>
                  <a:srgbClr val="79C5FF"/>
                </a:solidFill>
              </a:defRPr>
            </a:lvl8pPr>
            <a:lvl9pPr>
              <a:defRPr sz="1425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79C5FF"/>
                </a:solidFill>
              </a:defRPr>
            </a:pPr>
            <a:r>
              <a:rPr sz="1425" b="1">
                <a:solidFill>
                  <a:srgbClr val="79C5FF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24FF7-5041-47CD-8BE3-466A7061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F7F7"/>
                </a:solidFill>
              </a:defRPr>
            </a:defPPr>
            <a:lvl1pPr>
              <a:defRPr sz="3450" b="1">
                <a:solidFill>
                  <a:srgbClr val="F5F7F7"/>
                </a:solidFill>
              </a:defRPr>
            </a:lvl1pPr>
            <a:lvl2pPr>
              <a:defRPr sz="3450" b="1">
                <a:solidFill>
                  <a:srgbClr val="F5F7F7"/>
                </a:solidFill>
              </a:defRPr>
            </a:lvl2pPr>
            <a:lvl3pPr>
              <a:defRPr sz="3450" b="1">
                <a:solidFill>
                  <a:srgbClr val="F5F7F7"/>
                </a:solidFill>
              </a:defRPr>
            </a:lvl3pPr>
            <a:lvl4pPr>
              <a:defRPr sz="3450" b="1">
                <a:solidFill>
                  <a:srgbClr val="F5F7F7"/>
                </a:solidFill>
              </a:defRPr>
            </a:lvl4pPr>
            <a:lvl5pPr>
              <a:defRPr sz="3450" b="1">
                <a:solidFill>
                  <a:srgbClr val="F5F7F7"/>
                </a:solidFill>
              </a:defRPr>
            </a:lvl5pPr>
            <a:lvl6pPr>
              <a:defRPr sz="3450" b="1">
                <a:solidFill>
                  <a:srgbClr val="F5F7F7"/>
                </a:solidFill>
              </a:defRPr>
            </a:lvl6pPr>
            <a:lvl7pPr>
              <a:defRPr sz="3450" b="1">
                <a:solidFill>
                  <a:srgbClr val="F5F7F7"/>
                </a:solidFill>
              </a:defRPr>
            </a:lvl7pPr>
            <a:lvl8pPr>
              <a:defRPr sz="3450" b="1">
                <a:solidFill>
                  <a:srgbClr val="F5F7F7"/>
                </a:solidFill>
              </a:defRPr>
            </a:lvl8pPr>
            <a:lvl9pPr>
              <a:defRPr sz="3450" b="1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F7F7"/>
                </a:solidFill>
              </a:defRPr>
            </a:pPr>
            <a:r>
              <a:rPr sz="3450" b="1">
                <a:solidFill>
                  <a:srgbClr val="F5F7F7"/>
                </a:solidFill>
              </a:rPr>
              <a:t>Трекшн: работающий VR-прототип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C7D68-0B83-422A-B466-675C6B47A5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0e2cf0d7f4e04"/>
          <a:srcRect xmlns:a="http://schemas.openxmlformats.org/drawingml/2006/main" l="0" t="3813" r="0" b="3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95475"/>
            <a:ext cx="7143750" cy="41243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35449-E8A0-4DD6-8B03-B1B17088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71675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79C5FF"/>
                </a:solidFill>
              </a:defRPr>
            </a:defPPr>
            <a:lvl1pPr>
              <a:defRPr sz="3225" b="1">
                <a:solidFill>
                  <a:srgbClr val="79C5FF"/>
                </a:solidFill>
              </a:defRPr>
            </a:lvl1pPr>
            <a:lvl2pPr>
              <a:defRPr sz="3225" b="1">
                <a:solidFill>
                  <a:srgbClr val="79C5FF"/>
                </a:solidFill>
              </a:defRPr>
            </a:lvl2pPr>
            <a:lvl3pPr>
              <a:defRPr sz="3225" b="1">
                <a:solidFill>
                  <a:srgbClr val="79C5FF"/>
                </a:solidFill>
              </a:defRPr>
            </a:lvl3pPr>
            <a:lvl4pPr>
              <a:defRPr sz="3225" b="1">
                <a:solidFill>
                  <a:srgbClr val="79C5FF"/>
                </a:solidFill>
              </a:defRPr>
            </a:lvl4pPr>
            <a:lvl5pPr>
              <a:defRPr sz="3225" b="1">
                <a:solidFill>
                  <a:srgbClr val="79C5FF"/>
                </a:solidFill>
              </a:defRPr>
            </a:lvl5pPr>
            <a:lvl6pPr>
              <a:defRPr sz="3225" b="1">
                <a:solidFill>
                  <a:srgbClr val="79C5FF"/>
                </a:solidFill>
              </a:defRPr>
            </a:lvl6pPr>
            <a:lvl7pPr>
              <a:defRPr sz="3225" b="1">
                <a:solidFill>
                  <a:srgbClr val="79C5FF"/>
                </a:solidFill>
              </a:defRPr>
            </a:lvl7pPr>
            <a:lvl8pPr>
              <a:defRPr sz="3225" b="1">
                <a:solidFill>
                  <a:srgbClr val="79C5FF"/>
                </a:solidFill>
              </a:defRPr>
            </a:lvl8pPr>
            <a:lvl9pPr>
              <a:defRPr sz="3225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79C5FF"/>
                </a:solidFill>
              </a:defRPr>
            </a:pPr>
            <a:r>
              <a:rPr sz="3225" b="1">
                <a:solidFill>
                  <a:srgbClr val="79C5FF"/>
                </a:solidFill>
              </a:rPr>
              <a:t>4 робота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97E0A-35DA-468C-9C83-DC41411A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241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5F7F7"/>
                </a:solidFill>
              </a:defRPr>
            </a:defPPr>
            <a:lvl1pPr>
              <a:defRPr sz="1875" b="0">
                <a:solidFill>
                  <a:srgbClr val="F5F7F7"/>
                </a:solidFill>
              </a:defRPr>
            </a:lvl1pPr>
            <a:lvl2pPr>
              <a:defRPr sz="1875" b="0">
                <a:solidFill>
                  <a:srgbClr val="F5F7F7"/>
                </a:solidFill>
              </a:defRPr>
            </a:lvl2pPr>
            <a:lvl3pPr>
              <a:defRPr sz="1875" b="0">
                <a:solidFill>
                  <a:srgbClr val="F5F7F7"/>
                </a:solidFill>
              </a:defRPr>
            </a:lvl3pPr>
            <a:lvl4pPr>
              <a:defRPr sz="1875" b="0">
                <a:solidFill>
                  <a:srgbClr val="F5F7F7"/>
                </a:solidFill>
              </a:defRPr>
            </a:lvl4pPr>
            <a:lvl5pPr>
              <a:defRPr sz="1875" b="0">
                <a:solidFill>
                  <a:srgbClr val="F5F7F7"/>
                </a:solidFill>
              </a:defRPr>
            </a:lvl5pPr>
            <a:lvl6pPr>
              <a:defRPr sz="1875" b="0">
                <a:solidFill>
                  <a:srgbClr val="F5F7F7"/>
                </a:solidFill>
              </a:defRPr>
            </a:lvl6pPr>
            <a:lvl7pPr>
              <a:defRPr sz="1875" b="0">
                <a:solidFill>
                  <a:srgbClr val="F5F7F7"/>
                </a:solidFill>
              </a:defRPr>
            </a:lvl7pPr>
            <a:lvl8pPr>
              <a:defRPr sz="1875" b="0">
                <a:solidFill>
                  <a:srgbClr val="F5F7F7"/>
                </a:solidFill>
              </a:defRPr>
            </a:lvl8pPr>
            <a:lvl9pPr>
              <a:defRPr sz="1875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5F7F7"/>
                </a:solidFill>
              </a:defRPr>
            </a:pPr>
            <a:r>
              <a:rPr sz="1875" b="0">
                <a:solidFill>
                  <a:srgbClr val="F5F7F7"/>
                </a:solidFill>
              </a:rPr>
              <a:t>Сервер передаёт телеметрию</a:t>
            </a:r>
          </a:p>
          <a:p xmlns:a="http://schemas.openxmlformats.org/drawingml/2006/main">
            <a:pPr>
              <a:defRPr sz="1875" b="0">
                <a:solidFill>
                  <a:srgbClr val="F5F7F7"/>
                </a:solidFill>
              </a:defRPr>
            </a:pPr>
            <a:r>
              <a:rPr sz="1875" b="0">
                <a:solidFill>
                  <a:srgbClr val="F5F7F7"/>
                </a:solidFill>
              </a:rPr>
              <a:t>в VR и веб-панель.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84FB4-8EA4-4D97-97A7-CACF5286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86175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A45F"/>
                </a:solidFill>
              </a:defRPr>
            </a:defPPr>
            <a:lvl1pPr>
              <a:defRPr sz="3225" b="1">
                <a:solidFill>
                  <a:srgbClr val="FFA45F"/>
                </a:solidFill>
              </a:defRPr>
            </a:lvl1pPr>
            <a:lvl2pPr>
              <a:defRPr sz="3225" b="1">
                <a:solidFill>
                  <a:srgbClr val="FFA45F"/>
                </a:solidFill>
              </a:defRPr>
            </a:lvl2pPr>
            <a:lvl3pPr>
              <a:defRPr sz="3225" b="1">
                <a:solidFill>
                  <a:srgbClr val="FFA45F"/>
                </a:solidFill>
              </a:defRPr>
            </a:lvl3pPr>
            <a:lvl4pPr>
              <a:defRPr sz="3225" b="1">
                <a:solidFill>
                  <a:srgbClr val="FFA45F"/>
                </a:solidFill>
              </a:defRPr>
            </a:lvl4pPr>
            <a:lvl5pPr>
              <a:defRPr sz="3225" b="1">
                <a:solidFill>
                  <a:srgbClr val="FFA45F"/>
                </a:solidFill>
              </a:defRPr>
            </a:lvl5pPr>
            <a:lvl6pPr>
              <a:defRPr sz="3225" b="1">
                <a:solidFill>
                  <a:srgbClr val="FFA45F"/>
                </a:solidFill>
              </a:defRPr>
            </a:lvl6pPr>
            <a:lvl7pPr>
              <a:defRPr sz="3225" b="1">
                <a:solidFill>
                  <a:srgbClr val="FFA45F"/>
                </a:solidFill>
              </a:defRPr>
            </a:lvl7pPr>
            <a:lvl8pPr>
              <a:defRPr sz="3225" b="1">
                <a:solidFill>
                  <a:srgbClr val="FFA45F"/>
                </a:solidFill>
              </a:defRPr>
            </a:lvl8pPr>
            <a:lvl9pPr>
              <a:defRPr sz="3225" b="1">
                <a:solidFill>
                  <a:srgbClr val="FFA45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A45F"/>
                </a:solidFill>
              </a:defRPr>
            </a:pPr>
            <a:r>
              <a:rPr sz="3225" b="1">
                <a:solidFill>
                  <a:srgbClr val="FFA45F"/>
                </a:solidFill>
              </a:rPr>
              <a:t>2 линии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BE4AB-86EF-478A-9721-B4354BC2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4386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5F7F7"/>
                </a:solidFill>
              </a:defRPr>
            </a:defPPr>
            <a:lvl1pPr>
              <a:defRPr sz="1875" b="0">
                <a:solidFill>
                  <a:srgbClr val="F5F7F7"/>
                </a:solidFill>
              </a:defRPr>
            </a:lvl1pPr>
            <a:lvl2pPr>
              <a:defRPr sz="1875" b="0">
                <a:solidFill>
                  <a:srgbClr val="F5F7F7"/>
                </a:solidFill>
              </a:defRPr>
            </a:lvl2pPr>
            <a:lvl3pPr>
              <a:defRPr sz="1875" b="0">
                <a:solidFill>
                  <a:srgbClr val="F5F7F7"/>
                </a:solidFill>
              </a:defRPr>
            </a:lvl3pPr>
            <a:lvl4pPr>
              <a:defRPr sz="1875" b="0">
                <a:solidFill>
                  <a:srgbClr val="F5F7F7"/>
                </a:solidFill>
              </a:defRPr>
            </a:lvl4pPr>
            <a:lvl5pPr>
              <a:defRPr sz="1875" b="0">
                <a:solidFill>
                  <a:srgbClr val="F5F7F7"/>
                </a:solidFill>
              </a:defRPr>
            </a:lvl5pPr>
            <a:lvl6pPr>
              <a:defRPr sz="1875" b="0">
                <a:solidFill>
                  <a:srgbClr val="F5F7F7"/>
                </a:solidFill>
              </a:defRPr>
            </a:lvl6pPr>
            <a:lvl7pPr>
              <a:defRPr sz="1875" b="0">
                <a:solidFill>
                  <a:srgbClr val="F5F7F7"/>
                </a:solidFill>
              </a:defRPr>
            </a:lvl7pPr>
            <a:lvl8pPr>
              <a:defRPr sz="1875" b="0">
                <a:solidFill>
                  <a:srgbClr val="F5F7F7"/>
                </a:solidFill>
              </a:defRPr>
            </a:lvl8pPr>
            <a:lvl9pPr>
              <a:defRPr sz="1875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5F7F7"/>
                </a:solidFill>
              </a:defRPr>
            </a:pPr>
            <a:r>
              <a:rPr sz="1875" b="0">
                <a:solidFill>
                  <a:srgbClr val="F5F7F7"/>
                </a:solidFill>
              </a:rPr>
              <a:t>Сварка и покраска.</a:t>
            </a:r>
          </a:p>
          <a:p xmlns:a="http://schemas.openxmlformats.org/drawingml/2006/main">
            <a:pPr>
              <a:defRPr sz="1875" b="0">
                <a:solidFill>
                  <a:srgbClr val="F5F7F7"/>
                </a:solidFill>
              </a:defRPr>
            </a:pPr>
            <a:r>
              <a:rPr sz="1875" b="0">
                <a:solidFill>
                  <a:srgbClr val="F5F7F7"/>
                </a:solidFill>
              </a:rPr>
              <a:t>Доступно ручное ведение.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448BC-43B2-4696-BDC3-91604DC0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4673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9C5FF"/>
                </a:solidFill>
              </a:defRPr>
            </a:defPPr>
            <a:lvl1pPr>
              <a:defRPr sz="2325" b="1">
                <a:solidFill>
                  <a:srgbClr val="79C5FF"/>
                </a:solidFill>
              </a:defRPr>
            </a:lvl1pPr>
            <a:lvl2pPr>
              <a:defRPr sz="2325" b="1">
                <a:solidFill>
                  <a:srgbClr val="79C5FF"/>
                </a:solidFill>
              </a:defRPr>
            </a:lvl2pPr>
            <a:lvl3pPr>
              <a:defRPr sz="2325" b="1">
                <a:solidFill>
                  <a:srgbClr val="79C5FF"/>
                </a:solidFill>
              </a:defRPr>
            </a:lvl3pPr>
            <a:lvl4pPr>
              <a:defRPr sz="2325" b="1">
                <a:solidFill>
                  <a:srgbClr val="79C5FF"/>
                </a:solidFill>
              </a:defRPr>
            </a:lvl4pPr>
            <a:lvl5pPr>
              <a:defRPr sz="2325" b="1">
                <a:solidFill>
                  <a:srgbClr val="79C5FF"/>
                </a:solidFill>
              </a:defRPr>
            </a:lvl5pPr>
            <a:lvl6pPr>
              <a:defRPr sz="2325" b="1">
                <a:solidFill>
                  <a:srgbClr val="79C5FF"/>
                </a:solidFill>
              </a:defRPr>
            </a:lvl6pPr>
            <a:lvl7pPr>
              <a:defRPr sz="2325" b="1">
                <a:solidFill>
                  <a:srgbClr val="79C5FF"/>
                </a:solidFill>
              </a:defRPr>
            </a:lvl7pPr>
            <a:lvl8pPr>
              <a:defRPr sz="2325" b="1">
                <a:solidFill>
                  <a:srgbClr val="79C5FF"/>
                </a:solidFill>
              </a:defRPr>
            </a:lvl8pPr>
            <a:lvl9pPr>
              <a:defRPr sz="2325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79C5FF"/>
                </a:solidFill>
              </a:defRPr>
            </a:pPr>
            <a:r>
              <a:rPr sz="2325" b="1">
                <a:solidFill>
                  <a:srgbClr val="79C5FF"/>
                </a:solidFill>
              </a:rPr>
              <a:t>Windows ZIP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2FBFC-35B2-4571-85EC-6CA8D510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9626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5F7F7"/>
                </a:solidFill>
              </a:defRPr>
            </a:defPPr>
            <a:lvl1pPr>
              <a:defRPr sz="1800" b="0">
                <a:solidFill>
                  <a:srgbClr val="F5F7F7"/>
                </a:solidFill>
              </a:defRPr>
            </a:lvl1pPr>
            <a:lvl2pPr>
              <a:defRPr sz="1800" b="0">
                <a:solidFill>
                  <a:srgbClr val="F5F7F7"/>
                </a:solidFill>
              </a:defRPr>
            </a:lvl2pPr>
            <a:lvl3pPr>
              <a:defRPr sz="1800" b="0">
                <a:solidFill>
                  <a:srgbClr val="F5F7F7"/>
                </a:solidFill>
              </a:defRPr>
            </a:lvl3pPr>
            <a:lvl4pPr>
              <a:defRPr sz="1800" b="0">
                <a:solidFill>
                  <a:srgbClr val="F5F7F7"/>
                </a:solidFill>
              </a:defRPr>
            </a:lvl4pPr>
            <a:lvl5pPr>
              <a:defRPr sz="1800" b="0">
                <a:solidFill>
                  <a:srgbClr val="F5F7F7"/>
                </a:solidFill>
              </a:defRPr>
            </a:lvl5pPr>
            <a:lvl6pPr>
              <a:defRPr sz="1800" b="0">
                <a:solidFill>
                  <a:srgbClr val="F5F7F7"/>
                </a:solidFill>
              </a:defRPr>
            </a:lvl6pPr>
            <a:lvl7pPr>
              <a:defRPr sz="1800" b="0">
                <a:solidFill>
                  <a:srgbClr val="F5F7F7"/>
                </a:solidFill>
              </a:defRPr>
            </a:lvl7pPr>
            <a:lvl8pPr>
              <a:defRPr sz="1800" b="0">
                <a:solidFill>
                  <a:srgbClr val="F5F7F7"/>
                </a:solidFill>
              </a:defRPr>
            </a:lvl8pPr>
            <a:lvl9pPr>
              <a:defRPr sz="1800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5F7F7"/>
                </a:solidFill>
              </a:defRPr>
            </a:pPr>
            <a:r>
              <a:rPr sz="1800" b="0">
                <a:solidFill>
                  <a:srgbClr val="F5F7F7"/>
                </a:solidFill>
              </a:rPr>
              <a:t>Запуск одной иконкой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8587C-0EAF-4FCB-945B-3533ACAF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982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FC0CB"/>
                </a:solidFill>
              </a:defRPr>
            </a:defPPr>
            <a:lvl1pPr>
              <a:defRPr sz="1500" b="0">
                <a:solidFill>
                  <a:srgbClr val="AFC0CB"/>
                </a:solidFill>
              </a:defRPr>
            </a:lvl1pPr>
            <a:lvl2pPr>
              <a:defRPr sz="1500" b="0">
                <a:solidFill>
                  <a:srgbClr val="AFC0CB"/>
                </a:solidFill>
              </a:defRPr>
            </a:lvl2pPr>
            <a:lvl3pPr>
              <a:defRPr sz="1500" b="0">
                <a:solidFill>
                  <a:srgbClr val="AFC0CB"/>
                </a:solidFill>
              </a:defRPr>
            </a:lvl3pPr>
            <a:lvl4pPr>
              <a:defRPr sz="1500" b="0">
                <a:solidFill>
                  <a:srgbClr val="AFC0CB"/>
                </a:solidFill>
              </a:defRPr>
            </a:lvl4pPr>
            <a:lvl5pPr>
              <a:defRPr sz="1500" b="0">
                <a:solidFill>
                  <a:srgbClr val="AFC0CB"/>
                </a:solidFill>
              </a:defRPr>
            </a:lvl5pPr>
            <a:lvl6pPr>
              <a:defRPr sz="1500" b="0">
                <a:solidFill>
                  <a:srgbClr val="AFC0CB"/>
                </a:solidFill>
              </a:defRPr>
            </a:lvl6pPr>
            <a:lvl7pPr>
              <a:defRPr sz="1500" b="0">
                <a:solidFill>
                  <a:srgbClr val="AFC0CB"/>
                </a:solidFill>
              </a:defRPr>
            </a:lvl7pPr>
            <a:lvl8pPr>
              <a:defRPr sz="1500" b="0">
                <a:solidFill>
                  <a:srgbClr val="AFC0CB"/>
                </a:solidFill>
              </a:defRPr>
            </a:lvl8pPr>
            <a:lvl9pPr>
              <a:defRPr sz="1500" b="0">
                <a:solidFill>
                  <a:srgbClr val="AFC0C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FC0CB"/>
                </a:solidFill>
              </a:defRPr>
            </a:pPr>
            <a:r>
              <a:rPr sz="1500" b="0">
                <a:solidFill>
                  <a:srgbClr val="AFC0CB"/>
                </a:solidFill>
              </a:rPr>
              <a:t>Следующий этап: учебный пилот и измерение времени выполнения и ошибок.</a:t>
            </a:r>
          </a:p>
        </p:txBody>
      </p:sp>
    </p:spTree>
    <p:extLst>
      <p:ext uri="{BB962C8B-B14F-4D97-AF65-F5344CB8AC3E}">
        <p14:creationId xmlns:p14="http://schemas.microsoft.com/office/powerpoint/2010/main" val="2121595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7525F-08D1-4298-9DCD-8D7AF539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486579"/>
                </a:solidFill>
              </a:defRPr>
            </a:defPPr>
            <a:lvl1pPr>
              <a:defRPr sz="1425" b="1">
                <a:solidFill>
                  <a:srgbClr val="486579"/>
                </a:solidFill>
              </a:defRPr>
            </a:lvl1pPr>
            <a:lvl2pPr>
              <a:defRPr sz="1425" b="1">
                <a:solidFill>
                  <a:srgbClr val="486579"/>
                </a:solidFill>
              </a:defRPr>
            </a:lvl2pPr>
            <a:lvl3pPr>
              <a:defRPr sz="1425" b="1">
                <a:solidFill>
                  <a:srgbClr val="486579"/>
                </a:solidFill>
              </a:defRPr>
            </a:lvl3pPr>
            <a:lvl4pPr>
              <a:defRPr sz="1425" b="1">
                <a:solidFill>
                  <a:srgbClr val="486579"/>
                </a:solidFill>
              </a:defRPr>
            </a:lvl4pPr>
            <a:lvl5pPr>
              <a:defRPr sz="1425" b="1">
                <a:solidFill>
                  <a:srgbClr val="486579"/>
                </a:solidFill>
              </a:defRPr>
            </a:lvl5pPr>
            <a:lvl6pPr>
              <a:defRPr sz="1425" b="1">
                <a:solidFill>
                  <a:srgbClr val="486579"/>
                </a:solidFill>
              </a:defRPr>
            </a:lvl6pPr>
            <a:lvl7pPr>
              <a:defRPr sz="1425" b="1">
                <a:solidFill>
                  <a:srgbClr val="486579"/>
                </a:solidFill>
              </a:defRPr>
            </a:lvl7pPr>
            <a:lvl8pPr>
              <a:defRPr sz="1425" b="1">
                <a:solidFill>
                  <a:srgbClr val="486579"/>
                </a:solidFill>
              </a:defRPr>
            </a:lvl8pPr>
            <a:lvl9pPr>
              <a:defRPr sz="1425" b="1">
                <a:solidFill>
                  <a:srgbClr val="486579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86579"/>
                </a:solidFill>
              </a:defRPr>
            </a:pPr>
            <a:r>
              <a:rPr sz="1425" b="1">
                <a:solidFill>
                  <a:srgbClr val="486579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CC1DC-DBA1-4145-B0F9-4C780164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2533"/>
                </a:solidFill>
              </a:defRPr>
            </a:defPPr>
            <a:lvl1pPr>
              <a:defRPr sz="3450" b="1">
                <a:solidFill>
                  <a:srgbClr val="162533"/>
                </a:solidFill>
              </a:defRPr>
            </a:lvl1pPr>
            <a:lvl2pPr>
              <a:defRPr sz="3450" b="1">
                <a:solidFill>
                  <a:srgbClr val="162533"/>
                </a:solidFill>
              </a:defRPr>
            </a:lvl2pPr>
            <a:lvl3pPr>
              <a:defRPr sz="3450" b="1">
                <a:solidFill>
                  <a:srgbClr val="162533"/>
                </a:solidFill>
              </a:defRPr>
            </a:lvl3pPr>
            <a:lvl4pPr>
              <a:defRPr sz="3450" b="1">
                <a:solidFill>
                  <a:srgbClr val="162533"/>
                </a:solidFill>
              </a:defRPr>
            </a:lvl4pPr>
            <a:lvl5pPr>
              <a:defRPr sz="3450" b="1">
                <a:solidFill>
                  <a:srgbClr val="162533"/>
                </a:solidFill>
              </a:defRPr>
            </a:lvl5pPr>
            <a:lvl6pPr>
              <a:defRPr sz="3450" b="1">
                <a:solidFill>
                  <a:srgbClr val="162533"/>
                </a:solidFill>
              </a:defRPr>
            </a:lvl6pPr>
            <a:lvl7pPr>
              <a:defRPr sz="3450" b="1">
                <a:solidFill>
                  <a:srgbClr val="162533"/>
                </a:solidFill>
              </a:defRPr>
            </a:lvl7pPr>
            <a:lvl8pPr>
              <a:defRPr sz="3450" b="1">
                <a:solidFill>
                  <a:srgbClr val="162533"/>
                </a:solidFill>
              </a:defRPr>
            </a:lvl8pPr>
            <a:lvl9pPr>
              <a:defRPr sz="3450" b="1">
                <a:solidFill>
                  <a:srgbClr val="162533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2533"/>
                </a:solidFill>
              </a:defRPr>
            </a:pPr>
            <a:r>
              <a:rPr sz="3450" b="1">
                <a:solidFill>
                  <a:srgbClr val="162533"/>
                </a:solidFill>
              </a:rPr>
              <a:t>Конкуренты и наше отличие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9858D-4422-474D-B8E8-6816DE7BD0BE}"/>
              </a:ext>
            </a:extLst>
          </p:cNvPr>
          <p:cNvGraphicFramePr/>
          <p:nvPr/>
        </p:nvGraphicFramePr>
        <p:xfrm>
          <a:off xmlns:a="http://schemas.openxmlformats.org/drawingml/2006/main" x="552450" y="1885950"/>
          <a:ext xmlns:a="http://schemas.openxmlformats.org/drawingml/2006/main" cx="1106805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1981200"/>
                <a:gridCol w="3409950"/>
                <a:gridCol w="3695700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Продукт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DE0"/>
                      </a:solidFill>
                    </a:lnL>
                    <a:lnR w="9525">
                      <a:solidFill>
                        <a:srgbClr val="D5DDE0"/>
                      </a:solidFill>
                    </a:lnR>
                    <a:lnT w="9525">
                      <a:solidFill>
                        <a:srgbClr val="D5DDE0"/>
                      </a:solidFill>
                    </a:lnT>
                    <a:lnB w="9525">
                      <a:solidFill>
                        <a:srgbClr val="D5DDE0"/>
                      </a:solidFill>
                    </a:lnB>
                    <a:solidFill>
                      <a:srgbClr val="1631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Цена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DE0"/>
                      </a:solidFill>
                    </a:lnR>
                    <a:lnT w="9525">
                      <a:solidFill>
                        <a:srgbClr val="D5DDE0"/>
                      </a:solidFill>
                    </a:lnT>
                    <a:lnB w="9525">
                      <a:solidFill>
                        <a:srgbClr val="D5DDE0"/>
                      </a:solidFill>
                    </a:lnB>
                    <a:solidFill>
                      <a:srgbClr val="1631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Ключевое отличие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DE0"/>
                      </a:solidFill>
                    </a:lnR>
                    <a:lnT w="9525">
                      <a:solidFill>
                        <a:srgbClr val="D5DDE0"/>
                      </a:solidFill>
                    </a:lnT>
                    <a:lnB w="9525">
                      <a:solidFill>
                        <a:srgbClr val="D5DDE0"/>
                      </a:solidFill>
                    </a:lnB>
                    <a:solidFill>
                      <a:srgbClr val="1631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Ограничение для задачи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DE0"/>
                      </a:solidFill>
                    </a:lnR>
                    <a:lnT w="9525">
                      <a:solidFill>
                        <a:srgbClr val="D5DDE0"/>
                      </a:solidFill>
                    </a:lnT>
                    <a:lnB w="9525">
                      <a:solidFill>
                        <a:srgbClr val="D5DDE0"/>
                      </a:solidFill>
                    </a:lnB>
                    <a:solidFill>
                      <a:srgbClr val="163145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533"/>
                          </a:solidFill>
                        </a:rPr>
                        <a:t>AllurTwin VR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DE0"/>
                      </a:solidFill>
                    </a:lnL>
                    <a:lnR w="9525">
                      <a:solidFill>
                        <a:srgbClr val="D5DDE0"/>
                      </a:solidFill>
                    </a:lnR>
                    <a:lnB w="9525">
                      <a:solidFill>
                        <a:srgbClr val="D5DDE0"/>
                      </a:solidFill>
                    </a:lnB>
                    <a:solidFill>
                      <a:srgbClr val="DA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$2 000 / год</a:t>
                      </a:r>
                    </a:p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гипотеза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DE0"/>
                      </a:solidFill>
                    </a:lnR>
                    <a:lnB w="9525">
                      <a:solidFill>
                        <a:srgbClr val="D5DDE0"/>
                      </a:solidFill>
                    </a:lnB>
                    <a:solidFill>
                      <a:srgbClr val="DA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Готовый учебный цех</a:t>
                      </a:r>
                    </a:p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с ручным ведением</a:t>
                      </a:r>
                    </a:p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и локальным 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DE0"/>
                      </a:solidFill>
                    </a:lnR>
                    <a:lnB w="9525">
                      <a:solidFill>
                        <a:srgbClr val="D5DDE0"/>
                      </a:solidFill>
                    </a:lnB>
                    <a:solidFill>
                      <a:srgbClr val="DA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Учебный прототип.</a:t>
                      </a:r>
                    </a:p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Эффект обучения</a:t>
                      </a:r>
                    </a:p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ещё не измерен.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DE0"/>
                      </a:solidFill>
                    </a:lnR>
                    <a:lnB w="9525">
                      <a:solidFill>
                        <a:srgbClr val="D5DDE0"/>
                      </a:solidFill>
                    </a:lnB>
                    <a:solidFill>
                      <a:srgbClr val="DAEBF3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533"/>
                          </a:solidFill>
                        </a:rPr>
                        <a:t>RoboDK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DE0"/>
                      </a:solidFill>
                    </a:lnL>
                    <a:lnR w="9525">
                      <a:solidFill>
                        <a:srgbClr val="D5DDE0"/>
                      </a:solidFill>
                    </a:lnR>
                    <a:lnB w="9525">
                      <a:solidFill>
                        <a:srgbClr val="D5DDE0"/>
                      </a:solidFill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Класс: по запросу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DE0"/>
                      </a:solidFill>
                    </a:lnR>
                    <a:lnB w="9525">
                      <a:solidFill>
                        <a:srgbClr val="D5DDE0"/>
                      </a:solidFill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Симуляция роботов,</a:t>
                      </a:r>
                    </a:p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офлайн-программирование</a:t>
                      </a:r>
                    </a:p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и просмотр в VR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DE0"/>
                      </a:solidFill>
                    </a:lnR>
                    <a:lnB w="9525">
                      <a:solidFill>
                        <a:srgbClr val="D5DDE0"/>
                      </a:solidFill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Учебный маршрут</a:t>
                      </a:r>
                    </a:p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нужно подготовить</a:t>
                      </a:r>
                    </a:p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под свою задачу.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DE0"/>
                      </a:solidFill>
                    </a:lnR>
                    <a:lnB w="9525">
                      <a:solidFill>
                        <a:srgbClr val="D5DDE0"/>
                      </a:solidFill>
                    </a:lnB>
                    <a:solidFill>
                      <a:srgbClr val="F2F4F1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533"/>
                          </a:solidFill>
                        </a:rPr>
                        <a:t>Siemens</a:t>
                      </a:r>
                    </a:p>
                    <a:p>
                      <a:r>
                        <a:rPr sz="1650" b="1">
                          <a:solidFill>
                            <a:srgbClr val="162533"/>
                          </a:solidFill>
                        </a:rPr>
                        <a:t>Process Simulate X VR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DE0"/>
                      </a:solidFill>
                    </a:lnL>
                    <a:lnR w="9525">
                      <a:solidFill>
                        <a:srgbClr val="D5DDE0"/>
                      </a:solidFill>
                    </a:lnR>
                    <a:lnB w="9525">
                      <a:solidFill>
                        <a:srgbClr val="D5DDE0"/>
                      </a:solidFill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$5 229 / год*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DE0"/>
                      </a:solidFill>
                    </a:lnR>
                    <a:lnB w="9525">
                      <a:solidFill>
                        <a:srgbClr val="D5DDE0"/>
                      </a:solidFill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VR-анализ</a:t>
                      </a:r>
                    </a:p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производственных сцен</a:t>
                      </a:r>
                    </a:p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Process Simulate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DE0"/>
                      </a:solidFill>
                    </a:lnR>
                    <a:lnB w="9525">
                      <a:solidFill>
                        <a:srgbClr val="D5DDE0"/>
                      </a:solidFill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Дополнение к</a:t>
                      </a:r>
                    </a:p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Process Simulate.</a:t>
                      </a:r>
                    </a:p>
                    <a:p>
                      <a:r>
                        <a:rPr sz="1650" b="0">
                          <a:solidFill>
                            <a:srgbClr val="162533"/>
                          </a:solidFill>
                        </a:rPr>
                        <a:t>Нужна подготовка сцены.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DE0"/>
                      </a:solidFill>
                    </a:lnR>
                    <a:lnB w="9525">
                      <a:solidFill>
                        <a:srgbClr val="D5DDE0"/>
                      </a:solidFill>
                    </a:lnB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E4BC3-9C8E-48B1-B371-C2F4F291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722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86579"/>
                </a:solidFill>
              </a:defRPr>
            </a:defPPr>
            <a:lvl1pPr>
              <a:defRPr sz="1350" b="0">
                <a:solidFill>
                  <a:srgbClr val="486579"/>
                </a:solidFill>
              </a:defRPr>
            </a:lvl1pPr>
            <a:lvl2pPr>
              <a:defRPr sz="1350" b="0">
                <a:solidFill>
                  <a:srgbClr val="486579"/>
                </a:solidFill>
              </a:defRPr>
            </a:lvl2pPr>
            <a:lvl3pPr>
              <a:defRPr sz="1350" b="0">
                <a:solidFill>
                  <a:srgbClr val="486579"/>
                </a:solidFill>
              </a:defRPr>
            </a:lvl3pPr>
            <a:lvl4pPr>
              <a:defRPr sz="1350" b="0">
                <a:solidFill>
                  <a:srgbClr val="486579"/>
                </a:solidFill>
              </a:defRPr>
            </a:lvl4pPr>
            <a:lvl5pPr>
              <a:defRPr sz="1350" b="0">
                <a:solidFill>
                  <a:srgbClr val="486579"/>
                </a:solidFill>
              </a:defRPr>
            </a:lvl5pPr>
            <a:lvl6pPr>
              <a:defRPr sz="1350" b="0">
                <a:solidFill>
                  <a:srgbClr val="486579"/>
                </a:solidFill>
              </a:defRPr>
            </a:lvl6pPr>
            <a:lvl7pPr>
              <a:defRPr sz="1350" b="0">
                <a:solidFill>
                  <a:srgbClr val="486579"/>
                </a:solidFill>
              </a:defRPr>
            </a:lvl7pPr>
            <a:lvl8pPr>
              <a:defRPr sz="1350" b="0">
                <a:solidFill>
                  <a:srgbClr val="486579"/>
                </a:solidFill>
              </a:defRPr>
            </a:lvl8pPr>
            <a:lvl9pPr>
              <a:defRPr sz="1350" b="0">
                <a:solidFill>
                  <a:srgbClr val="48657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86579"/>
                </a:solidFill>
              </a:defRPr>
            </a:pPr>
            <a:r>
              <a:rPr sz="1350" b="0">
                <a:solidFill>
                  <a:srgbClr val="486579"/>
                </a:solidFill>
              </a:rPr>
              <a:t>* Цена VR-дополнения Siemens на сайте для США, не всего комплекса. Цены и состав лицензий различаются.</a:t>
            </a:r>
          </a:p>
          <a:p xmlns:a="http://schemas.openxmlformats.org/drawingml/2006/main">
            <a:pPr>
              <a:defRPr sz="1350" b="0">
                <a:solidFill>
                  <a:srgbClr val="486579"/>
                </a:solidFill>
              </a:defRPr>
            </a:pPr>
            <a:r>
              <a:rPr sz="1350" b="0">
                <a:solidFill>
                  <a:srgbClr val="486579"/>
                </a:solidFill>
              </a:rPr>
              <a:t>Наш фокус: готовая учебная практика в VR. Сравнение ограничений отражает оценку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745222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B21E5-016D-42DE-A9BC-5B089C68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79C5FF"/>
                </a:solidFill>
              </a:defRPr>
            </a:defPPr>
            <a:lvl1pPr>
              <a:defRPr sz="1425" b="1">
                <a:solidFill>
                  <a:srgbClr val="79C5FF"/>
                </a:solidFill>
              </a:defRPr>
            </a:lvl1pPr>
            <a:lvl2pPr>
              <a:defRPr sz="1425" b="1">
                <a:solidFill>
                  <a:srgbClr val="79C5FF"/>
                </a:solidFill>
              </a:defRPr>
            </a:lvl2pPr>
            <a:lvl3pPr>
              <a:defRPr sz="1425" b="1">
                <a:solidFill>
                  <a:srgbClr val="79C5FF"/>
                </a:solidFill>
              </a:defRPr>
            </a:lvl3pPr>
            <a:lvl4pPr>
              <a:defRPr sz="1425" b="1">
                <a:solidFill>
                  <a:srgbClr val="79C5FF"/>
                </a:solidFill>
              </a:defRPr>
            </a:lvl4pPr>
            <a:lvl5pPr>
              <a:defRPr sz="1425" b="1">
                <a:solidFill>
                  <a:srgbClr val="79C5FF"/>
                </a:solidFill>
              </a:defRPr>
            </a:lvl5pPr>
            <a:lvl6pPr>
              <a:defRPr sz="1425" b="1">
                <a:solidFill>
                  <a:srgbClr val="79C5FF"/>
                </a:solidFill>
              </a:defRPr>
            </a:lvl6pPr>
            <a:lvl7pPr>
              <a:defRPr sz="1425" b="1">
                <a:solidFill>
                  <a:srgbClr val="79C5FF"/>
                </a:solidFill>
              </a:defRPr>
            </a:lvl7pPr>
            <a:lvl8pPr>
              <a:defRPr sz="1425" b="1">
                <a:solidFill>
                  <a:srgbClr val="79C5FF"/>
                </a:solidFill>
              </a:defRPr>
            </a:lvl8pPr>
            <a:lvl9pPr>
              <a:defRPr sz="1425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79C5FF"/>
                </a:solidFill>
              </a:defRPr>
            </a:pPr>
            <a:r>
              <a:rPr sz="1425" b="1">
                <a:solidFill>
                  <a:srgbClr val="79C5FF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ED7D1-F4B2-4FD0-BA98-DFE4F2AA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F7F7"/>
                </a:solidFill>
              </a:defRPr>
            </a:defPPr>
            <a:lvl1pPr>
              <a:defRPr sz="3450" b="1">
                <a:solidFill>
                  <a:srgbClr val="F5F7F7"/>
                </a:solidFill>
              </a:defRPr>
            </a:lvl1pPr>
            <a:lvl2pPr>
              <a:defRPr sz="3450" b="1">
                <a:solidFill>
                  <a:srgbClr val="F5F7F7"/>
                </a:solidFill>
              </a:defRPr>
            </a:lvl2pPr>
            <a:lvl3pPr>
              <a:defRPr sz="3450" b="1">
                <a:solidFill>
                  <a:srgbClr val="F5F7F7"/>
                </a:solidFill>
              </a:defRPr>
            </a:lvl3pPr>
            <a:lvl4pPr>
              <a:defRPr sz="3450" b="1">
                <a:solidFill>
                  <a:srgbClr val="F5F7F7"/>
                </a:solidFill>
              </a:defRPr>
            </a:lvl4pPr>
            <a:lvl5pPr>
              <a:defRPr sz="3450" b="1">
                <a:solidFill>
                  <a:srgbClr val="F5F7F7"/>
                </a:solidFill>
              </a:defRPr>
            </a:lvl5pPr>
            <a:lvl6pPr>
              <a:defRPr sz="3450" b="1">
                <a:solidFill>
                  <a:srgbClr val="F5F7F7"/>
                </a:solidFill>
              </a:defRPr>
            </a:lvl6pPr>
            <a:lvl7pPr>
              <a:defRPr sz="3450" b="1">
                <a:solidFill>
                  <a:srgbClr val="F5F7F7"/>
                </a:solidFill>
              </a:defRPr>
            </a:lvl7pPr>
            <a:lvl8pPr>
              <a:defRPr sz="3450" b="1">
                <a:solidFill>
                  <a:srgbClr val="F5F7F7"/>
                </a:solidFill>
              </a:defRPr>
            </a:lvl8pPr>
            <a:lvl9pPr>
              <a:defRPr sz="3450" b="1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F7F7"/>
                </a:solidFill>
              </a:defRPr>
            </a:pPr>
            <a:r>
              <a:rPr sz="3450" b="1">
                <a:solidFill>
                  <a:srgbClr val="F5F7F7"/>
                </a:solidFill>
              </a:rPr>
              <a:t>Команда Ctrl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C0383-F2B9-4C5E-9C43-CBC818E5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9775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5F7F7"/>
                </a:solidFill>
              </a:defRPr>
            </a:defPPr>
            <a:lvl1pPr>
              <a:defRPr sz="2850" b="1">
                <a:solidFill>
                  <a:srgbClr val="F5F7F7"/>
                </a:solidFill>
              </a:defRPr>
            </a:lvl1pPr>
            <a:lvl2pPr>
              <a:defRPr sz="2850" b="1">
                <a:solidFill>
                  <a:srgbClr val="F5F7F7"/>
                </a:solidFill>
              </a:defRPr>
            </a:lvl2pPr>
            <a:lvl3pPr>
              <a:defRPr sz="2850" b="1">
                <a:solidFill>
                  <a:srgbClr val="F5F7F7"/>
                </a:solidFill>
              </a:defRPr>
            </a:lvl3pPr>
            <a:lvl4pPr>
              <a:defRPr sz="2850" b="1">
                <a:solidFill>
                  <a:srgbClr val="F5F7F7"/>
                </a:solidFill>
              </a:defRPr>
            </a:lvl4pPr>
            <a:lvl5pPr>
              <a:defRPr sz="2850" b="1">
                <a:solidFill>
                  <a:srgbClr val="F5F7F7"/>
                </a:solidFill>
              </a:defRPr>
            </a:lvl5pPr>
            <a:lvl6pPr>
              <a:defRPr sz="2850" b="1">
                <a:solidFill>
                  <a:srgbClr val="F5F7F7"/>
                </a:solidFill>
              </a:defRPr>
            </a:lvl6pPr>
            <a:lvl7pPr>
              <a:defRPr sz="2850" b="1">
                <a:solidFill>
                  <a:srgbClr val="F5F7F7"/>
                </a:solidFill>
              </a:defRPr>
            </a:lvl7pPr>
            <a:lvl8pPr>
              <a:defRPr sz="2850" b="1">
                <a:solidFill>
                  <a:srgbClr val="F5F7F7"/>
                </a:solidFill>
              </a:defRPr>
            </a:lvl8pPr>
            <a:lvl9pPr>
              <a:defRPr sz="2850" b="1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5F7F7"/>
                </a:solidFill>
              </a:defRPr>
            </a:pPr>
            <a:r>
              <a:rPr sz="2850" b="1">
                <a:solidFill>
                  <a:srgbClr val="F5F7F7"/>
                </a:solidFill>
              </a:rPr>
              <a:t>Забусов Андрей</a:t>
            </a:r>
          </a:p>
          <a:p xmlns:a="http://schemas.openxmlformats.org/drawingml/2006/main">
            <a:pPr>
              <a:defRPr sz="2850" b="1">
                <a:solidFill>
                  <a:srgbClr val="F5F7F7"/>
                </a:solidFill>
              </a:defRPr>
            </a:pPr>
            <a:r>
              <a:rPr sz="2850" b="1">
                <a:solidFill>
                  <a:srgbClr val="F5F7F7"/>
                </a:solidFill>
              </a:rPr>
              <a:t>Викторович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88987-D7DD-4E41-9FBA-3007A1CB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9C5FF"/>
                </a:solidFill>
              </a:defRPr>
            </a:defPPr>
            <a:lvl1pPr>
              <a:defRPr sz="2025" b="0">
                <a:solidFill>
                  <a:srgbClr val="79C5FF"/>
                </a:solidFill>
              </a:defRPr>
            </a:lvl1pPr>
            <a:lvl2pPr>
              <a:defRPr sz="2025" b="0">
                <a:solidFill>
                  <a:srgbClr val="79C5FF"/>
                </a:solidFill>
              </a:defRPr>
            </a:lvl2pPr>
            <a:lvl3pPr>
              <a:defRPr sz="2025" b="0">
                <a:solidFill>
                  <a:srgbClr val="79C5FF"/>
                </a:solidFill>
              </a:defRPr>
            </a:lvl3pPr>
            <a:lvl4pPr>
              <a:defRPr sz="2025" b="0">
                <a:solidFill>
                  <a:srgbClr val="79C5FF"/>
                </a:solidFill>
              </a:defRPr>
            </a:lvl4pPr>
            <a:lvl5pPr>
              <a:defRPr sz="2025" b="0">
                <a:solidFill>
                  <a:srgbClr val="79C5FF"/>
                </a:solidFill>
              </a:defRPr>
            </a:lvl5pPr>
            <a:lvl6pPr>
              <a:defRPr sz="2025" b="0">
                <a:solidFill>
                  <a:srgbClr val="79C5FF"/>
                </a:solidFill>
              </a:defRPr>
            </a:lvl6pPr>
            <a:lvl7pPr>
              <a:defRPr sz="2025" b="0">
                <a:solidFill>
                  <a:srgbClr val="79C5FF"/>
                </a:solidFill>
              </a:defRPr>
            </a:lvl7pPr>
            <a:lvl8pPr>
              <a:defRPr sz="2025" b="0">
                <a:solidFill>
                  <a:srgbClr val="79C5FF"/>
                </a:solidFill>
              </a:defRPr>
            </a:lvl8pPr>
            <a:lvl9pPr>
              <a:defRPr sz="2025" b="0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9C5FF"/>
                </a:solidFill>
              </a:defRPr>
            </a:pPr>
            <a:r>
              <a:rPr sz="2025" b="0">
                <a:solidFill>
                  <a:srgbClr val="79C5FF"/>
                </a:solidFill>
              </a:rPr>
              <a:t>Капитан команды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E61C4-7449-4927-95B8-31923BA5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5F7F7"/>
                </a:solidFill>
              </a:defRPr>
            </a:defPPr>
            <a:lvl1pPr>
              <a:defRPr sz="2850" b="1">
                <a:solidFill>
                  <a:srgbClr val="F5F7F7"/>
                </a:solidFill>
              </a:defRPr>
            </a:lvl1pPr>
            <a:lvl2pPr>
              <a:defRPr sz="2850" b="1">
                <a:solidFill>
                  <a:srgbClr val="F5F7F7"/>
                </a:solidFill>
              </a:defRPr>
            </a:lvl2pPr>
            <a:lvl3pPr>
              <a:defRPr sz="2850" b="1">
                <a:solidFill>
                  <a:srgbClr val="F5F7F7"/>
                </a:solidFill>
              </a:defRPr>
            </a:lvl3pPr>
            <a:lvl4pPr>
              <a:defRPr sz="2850" b="1">
                <a:solidFill>
                  <a:srgbClr val="F5F7F7"/>
                </a:solidFill>
              </a:defRPr>
            </a:lvl4pPr>
            <a:lvl5pPr>
              <a:defRPr sz="2850" b="1">
                <a:solidFill>
                  <a:srgbClr val="F5F7F7"/>
                </a:solidFill>
              </a:defRPr>
            </a:lvl5pPr>
            <a:lvl6pPr>
              <a:defRPr sz="2850" b="1">
                <a:solidFill>
                  <a:srgbClr val="F5F7F7"/>
                </a:solidFill>
              </a:defRPr>
            </a:lvl6pPr>
            <a:lvl7pPr>
              <a:defRPr sz="2850" b="1">
                <a:solidFill>
                  <a:srgbClr val="F5F7F7"/>
                </a:solidFill>
              </a:defRPr>
            </a:lvl7pPr>
            <a:lvl8pPr>
              <a:defRPr sz="2850" b="1">
                <a:solidFill>
                  <a:srgbClr val="F5F7F7"/>
                </a:solidFill>
              </a:defRPr>
            </a:lvl8pPr>
            <a:lvl9pPr>
              <a:defRPr sz="2850" b="1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5F7F7"/>
                </a:solidFill>
              </a:defRPr>
            </a:pPr>
            <a:r>
              <a:rPr sz="2850" b="1">
                <a:solidFill>
                  <a:srgbClr val="F5F7F7"/>
                </a:solidFill>
              </a:rPr>
              <a:t>Мурсалов Рамал</a:t>
            </a:r>
          </a:p>
          <a:p xmlns:a="http://schemas.openxmlformats.org/drawingml/2006/main">
            <a:pPr>
              <a:defRPr sz="2850" b="1">
                <a:solidFill>
                  <a:srgbClr val="F5F7F7"/>
                </a:solidFill>
              </a:defRPr>
            </a:pPr>
            <a:r>
              <a:rPr sz="2850" b="1">
                <a:solidFill>
                  <a:srgbClr val="F5F7F7"/>
                </a:solidFill>
              </a:rPr>
              <a:t>Мубариз оглы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18AA2-CB3D-4962-AECC-BAFF05DE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9C5FF"/>
                </a:solidFill>
              </a:defRPr>
            </a:defPPr>
            <a:lvl1pPr>
              <a:defRPr sz="2025" b="0">
                <a:solidFill>
                  <a:srgbClr val="79C5FF"/>
                </a:solidFill>
              </a:defRPr>
            </a:lvl1pPr>
            <a:lvl2pPr>
              <a:defRPr sz="2025" b="0">
                <a:solidFill>
                  <a:srgbClr val="79C5FF"/>
                </a:solidFill>
              </a:defRPr>
            </a:lvl2pPr>
            <a:lvl3pPr>
              <a:defRPr sz="2025" b="0">
                <a:solidFill>
                  <a:srgbClr val="79C5FF"/>
                </a:solidFill>
              </a:defRPr>
            </a:lvl3pPr>
            <a:lvl4pPr>
              <a:defRPr sz="2025" b="0">
                <a:solidFill>
                  <a:srgbClr val="79C5FF"/>
                </a:solidFill>
              </a:defRPr>
            </a:lvl4pPr>
            <a:lvl5pPr>
              <a:defRPr sz="2025" b="0">
                <a:solidFill>
                  <a:srgbClr val="79C5FF"/>
                </a:solidFill>
              </a:defRPr>
            </a:lvl5pPr>
            <a:lvl6pPr>
              <a:defRPr sz="2025" b="0">
                <a:solidFill>
                  <a:srgbClr val="79C5FF"/>
                </a:solidFill>
              </a:defRPr>
            </a:lvl6pPr>
            <a:lvl7pPr>
              <a:defRPr sz="2025" b="0">
                <a:solidFill>
                  <a:srgbClr val="79C5FF"/>
                </a:solidFill>
              </a:defRPr>
            </a:lvl7pPr>
            <a:lvl8pPr>
              <a:defRPr sz="2025" b="0">
                <a:solidFill>
                  <a:srgbClr val="79C5FF"/>
                </a:solidFill>
              </a:defRPr>
            </a:lvl8pPr>
            <a:lvl9pPr>
              <a:defRPr sz="2025" b="0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9C5FF"/>
                </a:solidFill>
              </a:defRPr>
            </a:pPr>
            <a:r>
              <a:rPr sz="2025" b="0">
                <a:solidFill>
                  <a:srgbClr val="79C5FF"/>
                </a:solidFill>
              </a:rPr>
              <a:t>Участник команды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5FEA1-02CB-4243-81E4-FBF08B76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9775"/>
            <a:ext cx="3952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A45F"/>
                </a:solidFill>
              </a:defRPr>
            </a:defPPr>
            <a:lvl1pPr>
              <a:defRPr sz="3150" b="1">
                <a:solidFill>
                  <a:srgbClr val="FFA45F"/>
                </a:solidFill>
              </a:defRPr>
            </a:lvl1pPr>
            <a:lvl2pPr>
              <a:defRPr sz="3150" b="1">
                <a:solidFill>
                  <a:srgbClr val="FFA45F"/>
                </a:solidFill>
              </a:defRPr>
            </a:lvl2pPr>
            <a:lvl3pPr>
              <a:defRPr sz="3150" b="1">
                <a:solidFill>
                  <a:srgbClr val="FFA45F"/>
                </a:solidFill>
              </a:defRPr>
            </a:lvl3pPr>
            <a:lvl4pPr>
              <a:defRPr sz="3150" b="1">
                <a:solidFill>
                  <a:srgbClr val="FFA45F"/>
                </a:solidFill>
              </a:defRPr>
            </a:lvl4pPr>
            <a:lvl5pPr>
              <a:defRPr sz="3150" b="1">
                <a:solidFill>
                  <a:srgbClr val="FFA45F"/>
                </a:solidFill>
              </a:defRPr>
            </a:lvl5pPr>
            <a:lvl6pPr>
              <a:defRPr sz="3150" b="1">
                <a:solidFill>
                  <a:srgbClr val="FFA45F"/>
                </a:solidFill>
              </a:defRPr>
            </a:lvl6pPr>
            <a:lvl7pPr>
              <a:defRPr sz="3150" b="1">
                <a:solidFill>
                  <a:srgbClr val="FFA45F"/>
                </a:solidFill>
              </a:defRPr>
            </a:lvl7pPr>
            <a:lvl8pPr>
              <a:defRPr sz="3150" b="1">
                <a:solidFill>
                  <a:srgbClr val="FFA45F"/>
                </a:solidFill>
              </a:defRPr>
            </a:lvl8pPr>
            <a:lvl9pPr>
              <a:defRPr sz="3150" b="1">
                <a:solidFill>
                  <a:srgbClr val="FFA45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A45F"/>
                </a:solidFill>
              </a:defRPr>
            </a:pPr>
            <a:r>
              <a:rPr sz="3150" b="1">
                <a:solidFill>
                  <a:srgbClr val="FFA45F"/>
                </a:solidFill>
              </a:rPr>
              <a:t>Караганда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DFC9A-B4B6-43E9-914A-0E510E99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43225"/>
            <a:ext cx="395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5F7F7"/>
                </a:solidFill>
              </a:defRPr>
            </a:defPPr>
            <a:lvl1pPr>
              <a:defRPr sz="2100" b="1">
                <a:solidFill>
                  <a:srgbClr val="F5F7F7"/>
                </a:solidFill>
              </a:defRPr>
            </a:lvl1pPr>
            <a:lvl2pPr>
              <a:defRPr sz="2100" b="1">
                <a:solidFill>
                  <a:srgbClr val="F5F7F7"/>
                </a:solidFill>
              </a:defRPr>
            </a:lvl2pPr>
            <a:lvl3pPr>
              <a:defRPr sz="2100" b="1">
                <a:solidFill>
                  <a:srgbClr val="F5F7F7"/>
                </a:solidFill>
              </a:defRPr>
            </a:lvl3pPr>
            <a:lvl4pPr>
              <a:defRPr sz="2100" b="1">
                <a:solidFill>
                  <a:srgbClr val="F5F7F7"/>
                </a:solidFill>
              </a:defRPr>
            </a:lvl4pPr>
            <a:lvl5pPr>
              <a:defRPr sz="2100" b="1">
                <a:solidFill>
                  <a:srgbClr val="F5F7F7"/>
                </a:solidFill>
              </a:defRPr>
            </a:lvl5pPr>
            <a:lvl6pPr>
              <a:defRPr sz="2100" b="1">
                <a:solidFill>
                  <a:srgbClr val="F5F7F7"/>
                </a:solidFill>
              </a:defRPr>
            </a:lvl6pPr>
            <a:lvl7pPr>
              <a:defRPr sz="2100" b="1">
                <a:solidFill>
                  <a:srgbClr val="F5F7F7"/>
                </a:solidFill>
              </a:defRPr>
            </a:lvl7pPr>
            <a:lvl8pPr>
              <a:defRPr sz="2100" b="1">
                <a:solidFill>
                  <a:srgbClr val="F5F7F7"/>
                </a:solidFill>
              </a:defRPr>
            </a:lvl8pPr>
            <a:lvl9pPr>
              <a:defRPr sz="2100" b="1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5F7F7"/>
                </a:solidFill>
              </a:defRPr>
            </a:pPr>
            <a:r>
              <a:rPr sz="2100" b="1">
                <a:solidFill>
                  <a:srgbClr val="F5F7F7"/>
                </a:solidFill>
              </a:rPr>
              <a:t>Опыт проекта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A2879-336C-4D73-9F92-6FD102DC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95675"/>
            <a:ext cx="3952875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C0CB"/>
                </a:solidFill>
              </a:defRPr>
            </a:defPPr>
            <a:lvl1pPr>
              <a:defRPr sz="1875" b="0">
                <a:solidFill>
                  <a:srgbClr val="AFC0CB"/>
                </a:solidFill>
              </a:defRPr>
            </a:lvl1pPr>
            <a:lvl2pPr>
              <a:defRPr sz="1875" b="0">
                <a:solidFill>
                  <a:srgbClr val="AFC0CB"/>
                </a:solidFill>
              </a:defRPr>
            </a:lvl2pPr>
            <a:lvl3pPr>
              <a:defRPr sz="1875" b="0">
                <a:solidFill>
                  <a:srgbClr val="AFC0CB"/>
                </a:solidFill>
              </a:defRPr>
            </a:lvl3pPr>
            <a:lvl4pPr>
              <a:defRPr sz="1875" b="0">
                <a:solidFill>
                  <a:srgbClr val="AFC0CB"/>
                </a:solidFill>
              </a:defRPr>
            </a:lvl4pPr>
            <a:lvl5pPr>
              <a:defRPr sz="1875" b="0">
                <a:solidFill>
                  <a:srgbClr val="AFC0CB"/>
                </a:solidFill>
              </a:defRPr>
            </a:lvl5pPr>
            <a:lvl6pPr>
              <a:defRPr sz="1875" b="0">
                <a:solidFill>
                  <a:srgbClr val="AFC0CB"/>
                </a:solidFill>
              </a:defRPr>
            </a:lvl6pPr>
            <a:lvl7pPr>
              <a:defRPr sz="1875" b="0">
                <a:solidFill>
                  <a:srgbClr val="AFC0CB"/>
                </a:solidFill>
              </a:defRPr>
            </a:lvl7pPr>
            <a:lvl8pPr>
              <a:defRPr sz="1875" b="0">
                <a:solidFill>
                  <a:srgbClr val="AFC0CB"/>
                </a:solidFill>
              </a:defRPr>
            </a:lvl8pPr>
            <a:lvl9pPr>
              <a:defRPr sz="1875" b="0">
                <a:solidFill>
                  <a:srgbClr val="AFC0C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C0CB"/>
                </a:solidFill>
              </a:defRPr>
            </a:pPr>
            <a:r>
              <a:rPr sz="1875" b="0">
                <a:solidFill>
                  <a:srgbClr val="AFC0CB"/>
                </a:solidFill>
              </a:rPr>
              <a:t>Разработка VR-сцены</a:t>
            </a:r>
          </a:p>
          <a:p xmlns:a="http://schemas.openxmlformats.org/drawingml/2006/main">
            <a:pPr>
              <a:defRPr sz="1875" b="0">
                <a:solidFill>
                  <a:srgbClr val="AFC0CB"/>
                </a:solidFill>
              </a:defRPr>
            </a:pPr>
            <a:r>
              <a:rPr sz="1875" b="0">
                <a:solidFill>
                  <a:srgbClr val="AFC0CB"/>
                </a:solidFill>
              </a:rPr>
              <a:t>и взаимодействий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AFC0CB"/>
                </a:solidFill>
              </a:defRPr>
            </a:pPr>
            <a:r>
              <a:rPr sz="1875" b="0">
                <a:solidFill>
                  <a:srgbClr val="AFC0CB"/>
                </a:solidFill>
              </a:rPr>
              <a:t>Сервер и локальный 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AFC0CB"/>
                </a:solidFill>
              </a:defRPr>
            </a:pPr>
            <a:r>
              <a:rPr sz="1875" b="0">
                <a:solidFill>
                  <a:srgbClr val="AFC0CB"/>
                </a:solidFill>
              </a:rPr>
              <a:t>Проверка на VIVE Pro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CEEFC-1833-4654-83BE-24481626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A45F"/>
                </a:solidFill>
              </a:defRPr>
            </a:defPPr>
            <a:lvl1pPr>
              <a:defRPr sz="1875" b="1">
                <a:solidFill>
                  <a:srgbClr val="FFA45F"/>
                </a:solidFill>
              </a:defRPr>
            </a:lvl1pPr>
            <a:lvl2pPr>
              <a:defRPr sz="1875" b="1">
                <a:solidFill>
                  <a:srgbClr val="FFA45F"/>
                </a:solidFill>
              </a:defRPr>
            </a:lvl2pPr>
            <a:lvl3pPr>
              <a:defRPr sz="1875" b="1">
                <a:solidFill>
                  <a:srgbClr val="FFA45F"/>
                </a:solidFill>
              </a:defRPr>
            </a:lvl3pPr>
            <a:lvl4pPr>
              <a:defRPr sz="1875" b="1">
                <a:solidFill>
                  <a:srgbClr val="FFA45F"/>
                </a:solidFill>
              </a:defRPr>
            </a:lvl4pPr>
            <a:lvl5pPr>
              <a:defRPr sz="1875" b="1">
                <a:solidFill>
                  <a:srgbClr val="FFA45F"/>
                </a:solidFill>
              </a:defRPr>
            </a:lvl5pPr>
            <a:lvl6pPr>
              <a:defRPr sz="1875" b="1">
                <a:solidFill>
                  <a:srgbClr val="FFA45F"/>
                </a:solidFill>
              </a:defRPr>
            </a:lvl6pPr>
            <a:lvl7pPr>
              <a:defRPr sz="1875" b="1">
                <a:solidFill>
                  <a:srgbClr val="FFA45F"/>
                </a:solidFill>
              </a:defRPr>
            </a:lvl7pPr>
            <a:lvl8pPr>
              <a:defRPr sz="1875" b="1">
                <a:solidFill>
                  <a:srgbClr val="FFA45F"/>
                </a:solidFill>
              </a:defRPr>
            </a:lvl8pPr>
            <a:lvl9pPr>
              <a:defRPr sz="1875" b="1">
                <a:solidFill>
                  <a:srgbClr val="FFA45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A45F"/>
                </a:solidFill>
              </a:defRPr>
            </a:pPr>
            <a:r>
              <a:rPr sz="1875" b="1">
                <a:solidFill>
                  <a:srgbClr val="FFA45F"/>
                </a:solidFill>
              </a:rPr>
              <a:t>Связь с Андреем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D7CBA-5176-44F0-BE3B-77C04B5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98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5F7F7"/>
                </a:solidFill>
              </a:defRPr>
            </a:defPPr>
            <a:lvl1pPr>
              <a:defRPr sz="2025" b="0">
                <a:solidFill>
                  <a:srgbClr val="F5F7F7"/>
                </a:solidFill>
              </a:defRPr>
            </a:lvl1pPr>
            <a:lvl2pPr>
              <a:defRPr sz="2025" b="0">
                <a:solidFill>
                  <a:srgbClr val="F5F7F7"/>
                </a:solidFill>
              </a:defRPr>
            </a:lvl2pPr>
            <a:lvl3pPr>
              <a:defRPr sz="2025" b="0">
                <a:solidFill>
                  <a:srgbClr val="F5F7F7"/>
                </a:solidFill>
              </a:defRPr>
            </a:lvl3pPr>
            <a:lvl4pPr>
              <a:defRPr sz="2025" b="0">
                <a:solidFill>
                  <a:srgbClr val="F5F7F7"/>
                </a:solidFill>
              </a:defRPr>
            </a:lvl4pPr>
            <a:lvl5pPr>
              <a:defRPr sz="2025" b="0">
                <a:solidFill>
                  <a:srgbClr val="F5F7F7"/>
                </a:solidFill>
              </a:defRPr>
            </a:lvl5pPr>
            <a:lvl6pPr>
              <a:defRPr sz="2025" b="0">
                <a:solidFill>
                  <a:srgbClr val="F5F7F7"/>
                </a:solidFill>
              </a:defRPr>
            </a:lvl6pPr>
            <a:lvl7pPr>
              <a:defRPr sz="2025" b="0">
                <a:solidFill>
                  <a:srgbClr val="F5F7F7"/>
                </a:solidFill>
              </a:defRPr>
            </a:lvl7pPr>
            <a:lvl8pPr>
              <a:defRPr sz="2025" b="0">
                <a:solidFill>
                  <a:srgbClr val="F5F7F7"/>
                </a:solidFill>
              </a:defRPr>
            </a:lvl8pPr>
            <a:lvl9pPr>
              <a:defRPr sz="2025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5F7F7"/>
                </a:solidFill>
              </a:defRPr>
            </a:pPr>
            <a:r>
              <a:rPr sz="2025" b="0">
                <a:solidFill>
                  <a:srgbClr val="F5F7F7"/>
                </a:solidFill>
              </a:rPr>
              <a:t>Telegram / WhatsApp: +7 747 173 26 58</a:t>
            </a:r>
          </a:p>
        </p:txBody>
      </p:sp>
    </p:spTree>
    <p:extLst>
      <p:ext uri="{BB962C8B-B14F-4D97-AF65-F5344CB8AC3E}">
        <p14:creationId xmlns:p14="http://schemas.microsoft.com/office/powerpoint/2010/main" val="2093003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FF548-0A39-4191-85E8-3A15C41C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79C5FF"/>
                </a:solidFill>
              </a:defRPr>
            </a:defPPr>
            <a:lvl1pPr>
              <a:defRPr sz="1425" b="1">
                <a:solidFill>
                  <a:srgbClr val="79C5FF"/>
                </a:solidFill>
              </a:defRPr>
            </a:lvl1pPr>
            <a:lvl2pPr>
              <a:defRPr sz="1425" b="1">
                <a:solidFill>
                  <a:srgbClr val="79C5FF"/>
                </a:solidFill>
              </a:defRPr>
            </a:lvl2pPr>
            <a:lvl3pPr>
              <a:defRPr sz="1425" b="1">
                <a:solidFill>
                  <a:srgbClr val="79C5FF"/>
                </a:solidFill>
              </a:defRPr>
            </a:lvl3pPr>
            <a:lvl4pPr>
              <a:defRPr sz="1425" b="1">
                <a:solidFill>
                  <a:srgbClr val="79C5FF"/>
                </a:solidFill>
              </a:defRPr>
            </a:lvl4pPr>
            <a:lvl5pPr>
              <a:defRPr sz="1425" b="1">
                <a:solidFill>
                  <a:srgbClr val="79C5FF"/>
                </a:solidFill>
              </a:defRPr>
            </a:lvl5pPr>
            <a:lvl6pPr>
              <a:defRPr sz="1425" b="1">
                <a:solidFill>
                  <a:srgbClr val="79C5FF"/>
                </a:solidFill>
              </a:defRPr>
            </a:lvl6pPr>
            <a:lvl7pPr>
              <a:defRPr sz="1425" b="1">
                <a:solidFill>
                  <a:srgbClr val="79C5FF"/>
                </a:solidFill>
              </a:defRPr>
            </a:lvl7pPr>
            <a:lvl8pPr>
              <a:defRPr sz="1425" b="1">
                <a:solidFill>
                  <a:srgbClr val="79C5FF"/>
                </a:solidFill>
              </a:defRPr>
            </a:lvl8pPr>
            <a:lvl9pPr>
              <a:defRPr sz="1425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79C5FF"/>
                </a:solidFill>
              </a:defRPr>
            </a:pPr>
            <a:r>
              <a:rPr sz="1425" b="1">
                <a:solidFill>
                  <a:srgbClr val="79C5FF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F5B6B-1EB4-466F-9CCE-8E67FE72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F7F7"/>
                </a:solidFill>
              </a:defRPr>
            </a:defPPr>
            <a:lvl1pPr>
              <a:defRPr sz="3450" b="1">
                <a:solidFill>
                  <a:srgbClr val="F5F7F7"/>
                </a:solidFill>
              </a:defRPr>
            </a:lvl1pPr>
            <a:lvl2pPr>
              <a:defRPr sz="3450" b="1">
                <a:solidFill>
                  <a:srgbClr val="F5F7F7"/>
                </a:solidFill>
              </a:defRPr>
            </a:lvl2pPr>
            <a:lvl3pPr>
              <a:defRPr sz="3450" b="1">
                <a:solidFill>
                  <a:srgbClr val="F5F7F7"/>
                </a:solidFill>
              </a:defRPr>
            </a:lvl3pPr>
            <a:lvl4pPr>
              <a:defRPr sz="3450" b="1">
                <a:solidFill>
                  <a:srgbClr val="F5F7F7"/>
                </a:solidFill>
              </a:defRPr>
            </a:lvl4pPr>
            <a:lvl5pPr>
              <a:defRPr sz="3450" b="1">
                <a:solidFill>
                  <a:srgbClr val="F5F7F7"/>
                </a:solidFill>
              </a:defRPr>
            </a:lvl5pPr>
            <a:lvl6pPr>
              <a:defRPr sz="3450" b="1">
                <a:solidFill>
                  <a:srgbClr val="F5F7F7"/>
                </a:solidFill>
              </a:defRPr>
            </a:lvl6pPr>
            <a:lvl7pPr>
              <a:defRPr sz="3450" b="1">
                <a:solidFill>
                  <a:srgbClr val="F5F7F7"/>
                </a:solidFill>
              </a:defRPr>
            </a:lvl7pPr>
            <a:lvl8pPr>
              <a:defRPr sz="3450" b="1">
                <a:solidFill>
                  <a:srgbClr val="F5F7F7"/>
                </a:solidFill>
              </a:defRPr>
            </a:lvl8pPr>
            <a:lvl9pPr>
              <a:defRPr sz="3450" b="1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F7F7"/>
                </a:solidFill>
              </a:defRPr>
            </a:pPr>
            <a:r>
              <a:rPr sz="3450" b="1">
                <a:solidFill>
                  <a:srgbClr val="F5F7F7"/>
                </a:solidFill>
              </a:rPr>
              <a:t>Запрос: развитие проекта и учебный пилот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48EF0-E84B-4CCB-86AF-91AD95D1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9775"/>
            <a:ext cx="647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79C5FF"/>
                </a:solidFill>
              </a:defRPr>
            </a:defPPr>
            <a:lvl1pPr>
              <a:defRPr sz="4800" b="1">
                <a:solidFill>
                  <a:srgbClr val="79C5FF"/>
                </a:solidFill>
              </a:defRPr>
            </a:lvl1pPr>
            <a:lvl2pPr>
              <a:defRPr sz="4800" b="1">
                <a:solidFill>
                  <a:srgbClr val="79C5FF"/>
                </a:solidFill>
              </a:defRPr>
            </a:lvl2pPr>
            <a:lvl3pPr>
              <a:defRPr sz="4800" b="1">
                <a:solidFill>
                  <a:srgbClr val="79C5FF"/>
                </a:solidFill>
              </a:defRPr>
            </a:lvl3pPr>
            <a:lvl4pPr>
              <a:defRPr sz="4800" b="1">
                <a:solidFill>
                  <a:srgbClr val="79C5FF"/>
                </a:solidFill>
              </a:defRPr>
            </a:lvl4pPr>
            <a:lvl5pPr>
              <a:defRPr sz="4800" b="1">
                <a:solidFill>
                  <a:srgbClr val="79C5FF"/>
                </a:solidFill>
              </a:defRPr>
            </a:lvl5pPr>
            <a:lvl6pPr>
              <a:defRPr sz="4800" b="1">
                <a:solidFill>
                  <a:srgbClr val="79C5FF"/>
                </a:solidFill>
              </a:defRPr>
            </a:lvl6pPr>
            <a:lvl7pPr>
              <a:defRPr sz="4800" b="1">
                <a:solidFill>
                  <a:srgbClr val="79C5FF"/>
                </a:solidFill>
              </a:defRPr>
            </a:lvl7pPr>
            <a:lvl8pPr>
              <a:defRPr sz="4800" b="1">
                <a:solidFill>
                  <a:srgbClr val="79C5FF"/>
                </a:solidFill>
              </a:defRPr>
            </a:lvl8pPr>
            <a:lvl9pPr>
              <a:defRPr sz="4800" b="1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79C5FF"/>
                </a:solidFill>
              </a:defRPr>
            </a:pPr>
            <a:r>
              <a:rPr sz="4800" b="1">
                <a:solidFill>
                  <a:srgbClr val="79C5FF"/>
                </a:solidFill>
              </a:rPr>
              <a:t>$7 000–9 000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0369B-35C2-4306-9BED-4C381F3B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647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AFC0CB"/>
                </a:solidFill>
              </a:defRPr>
            </a:defPPr>
            <a:lvl1pPr>
              <a:defRPr sz="2175" b="0">
                <a:solidFill>
                  <a:srgbClr val="AFC0CB"/>
                </a:solidFill>
              </a:defRPr>
            </a:lvl1pPr>
            <a:lvl2pPr>
              <a:defRPr sz="2175" b="0">
                <a:solidFill>
                  <a:srgbClr val="AFC0CB"/>
                </a:solidFill>
              </a:defRPr>
            </a:lvl2pPr>
            <a:lvl3pPr>
              <a:defRPr sz="2175" b="0">
                <a:solidFill>
                  <a:srgbClr val="AFC0CB"/>
                </a:solidFill>
              </a:defRPr>
            </a:lvl3pPr>
            <a:lvl4pPr>
              <a:defRPr sz="2175" b="0">
                <a:solidFill>
                  <a:srgbClr val="AFC0CB"/>
                </a:solidFill>
              </a:defRPr>
            </a:lvl4pPr>
            <a:lvl5pPr>
              <a:defRPr sz="2175" b="0">
                <a:solidFill>
                  <a:srgbClr val="AFC0CB"/>
                </a:solidFill>
              </a:defRPr>
            </a:lvl5pPr>
            <a:lvl6pPr>
              <a:defRPr sz="2175" b="0">
                <a:solidFill>
                  <a:srgbClr val="AFC0CB"/>
                </a:solidFill>
              </a:defRPr>
            </a:lvl6pPr>
            <a:lvl7pPr>
              <a:defRPr sz="2175" b="0">
                <a:solidFill>
                  <a:srgbClr val="AFC0CB"/>
                </a:solidFill>
              </a:defRPr>
            </a:lvl7pPr>
            <a:lvl8pPr>
              <a:defRPr sz="2175" b="0">
                <a:solidFill>
                  <a:srgbClr val="AFC0CB"/>
                </a:solidFill>
              </a:defRPr>
            </a:lvl8pPr>
            <a:lvl9pPr>
              <a:defRPr sz="2175" b="0">
                <a:solidFill>
                  <a:srgbClr val="AFC0CB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FC0CB"/>
                </a:solidFill>
              </a:defRPr>
            </a:pPr>
            <a:r>
              <a:rPr sz="2175" b="0">
                <a:solidFill>
                  <a:srgbClr val="AFC0CB"/>
                </a:solidFill>
              </a:rPr>
              <a:t>Предварительный бюджет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38F53-354C-4631-AA84-494D9814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A45F"/>
                </a:solidFill>
              </a:defRPr>
            </a:defPPr>
            <a:lvl1pPr>
              <a:defRPr sz="2175" b="1">
                <a:solidFill>
                  <a:srgbClr val="FFA45F"/>
                </a:solidFill>
              </a:defRPr>
            </a:lvl1pPr>
            <a:lvl2pPr>
              <a:defRPr sz="2175" b="1">
                <a:solidFill>
                  <a:srgbClr val="FFA45F"/>
                </a:solidFill>
              </a:defRPr>
            </a:lvl2pPr>
            <a:lvl3pPr>
              <a:defRPr sz="2175" b="1">
                <a:solidFill>
                  <a:srgbClr val="FFA45F"/>
                </a:solidFill>
              </a:defRPr>
            </a:lvl3pPr>
            <a:lvl4pPr>
              <a:defRPr sz="2175" b="1">
                <a:solidFill>
                  <a:srgbClr val="FFA45F"/>
                </a:solidFill>
              </a:defRPr>
            </a:lvl4pPr>
            <a:lvl5pPr>
              <a:defRPr sz="2175" b="1">
                <a:solidFill>
                  <a:srgbClr val="FFA45F"/>
                </a:solidFill>
              </a:defRPr>
            </a:lvl5pPr>
            <a:lvl6pPr>
              <a:defRPr sz="2175" b="1">
                <a:solidFill>
                  <a:srgbClr val="FFA45F"/>
                </a:solidFill>
              </a:defRPr>
            </a:lvl6pPr>
            <a:lvl7pPr>
              <a:defRPr sz="2175" b="1">
                <a:solidFill>
                  <a:srgbClr val="FFA45F"/>
                </a:solidFill>
              </a:defRPr>
            </a:lvl7pPr>
            <a:lvl8pPr>
              <a:defRPr sz="2175" b="1">
                <a:solidFill>
                  <a:srgbClr val="FFA45F"/>
                </a:solidFill>
              </a:defRPr>
            </a:lvl8pPr>
            <a:lvl9pPr>
              <a:defRPr sz="2175" b="1">
                <a:solidFill>
                  <a:srgbClr val="FFA45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A45F"/>
                </a:solidFill>
              </a:defRPr>
            </a:pPr>
            <a:r>
              <a:rPr sz="2175" b="1">
                <a:solidFill>
                  <a:srgbClr val="FFA45F"/>
                </a:solidFill>
              </a:rPr>
              <a:t>Партнёр для пилота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50DD9-86F5-48C9-AF56-16A6572F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647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5F7F7"/>
                </a:solidFill>
              </a:defRPr>
            </a:defPPr>
            <a:lvl1pPr>
              <a:defRPr sz="2025" b="0">
                <a:solidFill>
                  <a:srgbClr val="F5F7F7"/>
                </a:solidFill>
              </a:defRPr>
            </a:lvl1pPr>
            <a:lvl2pPr>
              <a:defRPr sz="2025" b="0">
                <a:solidFill>
                  <a:srgbClr val="F5F7F7"/>
                </a:solidFill>
              </a:defRPr>
            </a:lvl2pPr>
            <a:lvl3pPr>
              <a:defRPr sz="2025" b="0">
                <a:solidFill>
                  <a:srgbClr val="F5F7F7"/>
                </a:solidFill>
              </a:defRPr>
            </a:lvl3pPr>
            <a:lvl4pPr>
              <a:defRPr sz="2025" b="0">
                <a:solidFill>
                  <a:srgbClr val="F5F7F7"/>
                </a:solidFill>
              </a:defRPr>
            </a:lvl4pPr>
            <a:lvl5pPr>
              <a:defRPr sz="2025" b="0">
                <a:solidFill>
                  <a:srgbClr val="F5F7F7"/>
                </a:solidFill>
              </a:defRPr>
            </a:lvl5pPr>
            <a:lvl6pPr>
              <a:defRPr sz="2025" b="0">
                <a:solidFill>
                  <a:srgbClr val="F5F7F7"/>
                </a:solidFill>
              </a:defRPr>
            </a:lvl6pPr>
            <a:lvl7pPr>
              <a:defRPr sz="2025" b="0">
                <a:solidFill>
                  <a:srgbClr val="F5F7F7"/>
                </a:solidFill>
              </a:defRPr>
            </a:lvl7pPr>
            <a:lvl8pPr>
              <a:defRPr sz="2025" b="0">
                <a:solidFill>
                  <a:srgbClr val="F5F7F7"/>
                </a:solidFill>
              </a:defRPr>
            </a:lvl8pPr>
            <a:lvl9pPr>
              <a:defRPr sz="2025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5F7F7"/>
                </a:solidFill>
              </a:defRPr>
            </a:pPr>
            <a:r>
              <a:rPr sz="2025" b="0">
                <a:solidFill>
                  <a:srgbClr val="F5F7F7"/>
                </a:solidFill>
              </a:rPr>
              <a:t>Колледж, вуз или учебный центр</a:t>
            </a:r>
          </a:p>
          <a:p xmlns:a="http://schemas.openxmlformats.org/drawingml/2006/main">
            <a:pPr>
              <a:defRPr sz="2025" b="0">
                <a:solidFill>
                  <a:srgbClr val="F5F7F7"/>
                </a:solidFill>
              </a:defRPr>
            </a:pPr>
            <a:r>
              <a:rPr sz="2025" b="0">
                <a:solidFill>
                  <a:srgbClr val="F5F7F7"/>
                </a:solidFill>
              </a:rPr>
              <a:t>с преподавателем и группой участников.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337D8-0042-42C2-81DC-E626F56B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3075"/>
            <a:ext cx="6477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FC0CB"/>
                </a:solidFill>
              </a:defRPr>
            </a:defPPr>
            <a:lvl1pPr>
              <a:defRPr sz="1950" b="0">
                <a:solidFill>
                  <a:srgbClr val="AFC0CB"/>
                </a:solidFill>
              </a:defRPr>
            </a:lvl1pPr>
            <a:lvl2pPr>
              <a:defRPr sz="1950" b="0">
                <a:solidFill>
                  <a:srgbClr val="AFC0CB"/>
                </a:solidFill>
              </a:defRPr>
            </a:lvl2pPr>
            <a:lvl3pPr>
              <a:defRPr sz="1950" b="0">
                <a:solidFill>
                  <a:srgbClr val="AFC0CB"/>
                </a:solidFill>
              </a:defRPr>
            </a:lvl3pPr>
            <a:lvl4pPr>
              <a:defRPr sz="1950" b="0">
                <a:solidFill>
                  <a:srgbClr val="AFC0CB"/>
                </a:solidFill>
              </a:defRPr>
            </a:lvl4pPr>
            <a:lvl5pPr>
              <a:defRPr sz="1950" b="0">
                <a:solidFill>
                  <a:srgbClr val="AFC0CB"/>
                </a:solidFill>
              </a:defRPr>
            </a:lvl5pPr>
            <a:lvl6pPr>
              <a:defRPr sz="1950" b="0">
                <a:solidFill>
                  <a:srgbClr val="AFC0CB"/>
                </a:solidFill>
              </a:defRPr>
            </a:lvl6pPr>
            <a:lvl7pPr>
              <a:defRPr sz="1950" b="0">
                <a:solidFill>
                  <a:srgbClr val="AFC0CB"/>
                </a:solidFill>
              </a:defRPr>
            </a:lvl7pPr>
            <a:lvl8pPr>
              <a:defRPr sz="1950" b="0">
                <a:solidFill>
                  <a:srgbClr val="AFC0CB"/>
                </a:solidFill>
              </a:defRPr>
            </a:lvl8pPr>
            <a:lvl9pPr>
              <a:defRPr sz="1950" b="0">
                <a:solidFill>
                  <a:srgbClr val="AFC0CB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AFC0CB"/>
                </a:solidFill>
              </a:defRPr>
            </a:pPr>
            <a:r>
              <a:rPr sz="1950" b="0">
                <a:solidFill>
                  <a:srgbClr val="AFC0CB"/>
                </a:solidFill>
              </a:rPr>
              <a:t>Доработка сценариев и интерфейса,</a:t>
            </a:r>
          </a:p>
          <a:p xmlns:a="http://schemas.openxmlformats.org/drawingml/2006/main">
            <a:pPr>
              <a:defRPr sz="1950" b="0">
                <a:solidFill>
                  <a:srgbClr val="AFC0CB"/>
                </a:solidFill>
              </a:defRPr>
            </a:pPr>
            <a:r>
              <a:rPr sz="1950" b="0">
                <a:solidFill>
                  <a:srgbClr val="AFC0CB"/>
                </a:solidFill>
              </a:rPr>
              <a:t>оптимизация и проверка обучения.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DEE3E-5A3D-4B99-9EF0-44F28E66E9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a2ab03a9743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5700" y="2009775"/>
            <a:ext cx="4114800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68312-B281-42BD-97DE-7848BA6F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924425"/>
            <a:ext cx="411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A45F"/>
                </a:solidFill>
              </a:defRPr>
            </a:defPPr>
            <a:lvl1pPr>
              <a:defRPr sz="2100" b="1">
                <a:solidFill>
                  <a:srgbClr val="FFA45F"/>
                </a:solidFill>
              </a:defRPr>
            </a:lvl1pPr>
            <a:lvl2pPr>
              <a:defRPr sz="2100" b="1">
                <a:solidFill>
                  <a:srgbClr val="FFA45F"/>
                </a:solidFill>
              </a:defRPr>
            </a:lvl2pPr>
            <a:lvl3pPr>
              <a:defRPr sz="2100" b="1">
                <a:solidFill>
                  <a:srgbClr val="FFA45F"/>
                </a:solidFill>
              </a:defRPr>
            </a:lvl3pPr>
            <a:lvl4pPr>
              <a:defRPr sz="2100" b="1">
                <a:solidFill>
                  <a:srgbClr val="FFA45F"/>
                </a:solidFill>
              </a:defRPr>
            </a:lvl4pPr>
            <a:lvl5pPr>
              <a:defRPr sz="2100" b="1">
                <a:solidFill>
                  <a:srgbClr val="FFA45F"/>
                </a:solidFill>
              </a:defRPr>
            </a:lvl5pPr>
            <a:lvl6pPr>
              <a:defRPr sz="2100" b="1">
                <a:solidFill>
                  <a:srgbClr val="FFA45F"/>
                </a:solidFill>
              </a:defRPr>
            </a:lvl6pPr>
            <a:lvl7pPr>
              <a:defRPr sz="2100" b="1">
                <a:solidFill>
                  <a:srgbClr val="FFA45F"/>
                </a:solidFill>
              </a:defRPr>
            </a:lvl7pPr>
            <a:lvl8pPr>
              <a:defRPr sz="2100" b="1">
                <a:solidFill>
                  <a:srgbClr val="FFA45F"/>
                </a:solidFill>
              </a:defRPr>
            </a:lvl8pPr>
            <a:lvl9pPr>
              <a:defRPr sz="2100" b="1">
                <a:solidFill>
                  <a:srgbClr val="FFA45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A45F"/>
                </a:solidFill>
              </a:defRPr>
            </a:pPr>
            <a:r>
              <a:rPr sz="2100" b="1">
                <a:solidFill>
                  <a:srgbClr val="FFA45F"/>
                </a:solidFill>
              </a:rPr>
              <a:t>Ожидаемый результат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56033-EC41-4B64-8131-659DA131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429250"/>
            <a:ext cx="4114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5F7F7"/>
                </a:solidFill>
              </a:defRPr>
            </a:defPPr>
            <a:lvl1pPr>
              <a:defRPr sz="1950" b="0">
                <a:solidFill>
                  <a:srgbClr val="F5F7F7"/>
                </a:solidFill>
              </a:defRPr>
            </a:lvl1pPr>
            <a:lvl2pPr>
              <a:defRPr sz="1950" b="0">
                <a:solidFill>
                  <a:srgbClr val="F5F7F7"/>
                </a:solidFill>
              </a:defRPr>
            </a:lvl2pPr>
            <a:lvl3pPr>
              <a:defRPr sz="1950" b="0">
                <a:solidFill>
                  <a:srgbClr val="F5F7F7"/>
                </a:solidFill>
              </a:defRPr>
            </a:lvl3pPr>
            <a:lvl4pPr>
              <a:defRPr sz="1950" b="0">
                <a:solidFill>
                  <a:srgbClr val="F5F7F7"/>
                </a:solidFill>
              </a:defRPr>
            </a:lvl4pPr>
            <a:lvl5pPr>
              <a:defRPr sz="1950" b="0">
                <a:solidFill>
                  <a:srgbClr val="F5F7F7"/>
                </a:solidFill>
              </a:defRPr>
            </a:lvl5pPr>
            <a:lvl6pPr>
              <a:defRPr sz="1950" b="0">
                <a:solidFill>
                  <a:srgbClr val="F5F7F7"/>
                </a:solidFill>
              </a:defRPr>
            </a:lvl6pPr>
            <a:lvl7pPr>
              <a:defRPr sz="1950" b="0">
                <a:solidFill>
                  <a:srgbClr val="F5F7F7"/>
                </a:solidFill>
              </a:defRPr>
            </a:lvl7pPr>
            <a:lvl8pPr>
              <a:defRPr sz="1950" b="0">
                <a:solidFill>
                  <a:srgbClr val="F5F7F7"/>
                </a:solidFill>
              </a:defRPr>
            </a:lvl8pPr>
            <a:lvl9pPr>
              <a:defRPr sz="1950" b="0">
                <a:solidFill>
                  <a:srgbClr val="F5F7F7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5F7F7"/>
                </a:solidFill>
              </a:defRPr>
            </a:pPr>
            <a:r>
              <a:rPr sz="1950" b="0">
                <a:solidFill>
                  <a:srgbClr val="F5F7F7"/>
                </a:solidFill>
              </a:rPr>
              <a:t>Измерим время, ошибки</a:t>
            </a:r>
          </a:p>
          <a:p xmlns:a="http://schemas.openxmlformats.org/drawingml/2006/main">
            <a:pPr>
              <a:defRPr sz="1950" b="0">
                <a:solidFill>
                  <a:srgbClr val="F5F7F7"/>
                </a:solidFill>
              </a:defRPr>
            </a:pPr>
            <a:r>
              <a:rPr sz="1950" b="0">
                <a:solidFill>
                  <a:srgbClr val="F5F7F7"/>
                </a:solidFill>
              </a:rPr>
              <a:t>и удобство работы в VR.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53972-B45A-4FB5-A568-C7AAFEF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6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9C5FF"/>
                </a:solidFill>
              </a:defRPr>
            </a:defPPr>
            <a:lvl1pPr>
              <a:defRPr sz="1500" b="0">
                <a:solidFill>
                  <a:srgbClr val="79C5FF"/>
                </a:solidFill>
              </a:defRPr>
            </a:lvl1pPr>
            <a:lvl2pPr>
              <a:defRPr sz="1500" b="0">
                <a:solidFill>
                  <a:srgbClr val="79C5FF"/>
                </a:solidFill>
              </a:defRPr>
            </a:lvl2pPr>
            <a:lvl3pPr>
              <a:defRPr sz="1500" b="0">
                <a:solidFill>
                  <a:srgbClr val="79C5FF"/>
                </a:solidFill>
              </a:defRPr>
            </a:lvl3pPr>
            <a:lvl4pPr>
              <a:defRPr sz="1500" b="0">
                <a:solidFill>
                  <a:srgbClr val="79C5FF"/>
                </a:solidFill>
              </a:defRPr>
            </a:lvl4pPr>
            <a:lvl5pPr>
              <a:defRPr sz="1500" b="0">
                <a:solidFill>
                  <a:srgbClr val="79C5FF"/>
                </a:solidFill>
              </a:defRPr>
            </a:lvl5pPr>
            <a:lvl6pPr>
              <a:defRPr sz="1500" b="0">
                <a:solidFill>
                  <a:srgbClr val="79C5FF"/>
                </a:solidFill>
              </a:defRPr>
            </a:lvl6pPr>
            <a:lvl7pPr>
              <a:defRPr sz="1500" b="0">
                <a:solidFill>
                  <a:srgbClr val="79C5FF"/>
                </a:solidFill>
              </a:defRPr>
            </a:lvl7pPr>
            <a:lvl8pPr>
              <a:defRPr sz="1500" b="0">
                <a:solidFill>
                  <a:srgbClr val="79C5FF"/>
                </a:solidFill>
              </a:defRPr>
            </a:lvl8pPr>
            <a:lvl9pPr>
              <a:defRPr sz="1500" b="0">
                <a:solidFill>
                  <a:srgbClr val="79C5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9C5FF"/>
                </a:solidFill>
              </a:defRPr>
            </a:pPr>
            <a:r>
              <a:rPr sz="1500" b="0">
                <a:solidFill>
                  <a:srgbClr val="79C5FF"/>
                </a:solidFill>
              </a:rPr>
              <a:t>Ctrl Ai / Караганда     Андрей: +7 747 173 26 58     Telegram / WhatsApp</a:t>
            </a:r>
          </a:p>
        </p:txBody>
      </p:sp>
    </p:spTree>
    <p:extLst>
      <p:ext uri="{BB962C8B-B14F-4D97-AF65-F5344CB8AC3E}">
        <p14:creationId xmlns:p14="http://schemas.microsoft.com/office/powerpoint/2010/main" val="60616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Ctrl Ai</ns0:Application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Ctrl Ai</dc:creator>
  <ns0:lastModifiedBy>Ctrl Ai</ns0:lastModifiedBy>
  <dc:title>Presentation</dc:title>
  <ns2:created xsi:type="dcterms:W3CDTF">2026-10-19T10:55:26.7520000Z</ns2:created>
  <ns2:modified xsi:type="dcterms:W3CDTF">2026-10-19T10:55:26.7520000Z</ns2:modified>
</ns0:coreProperties>
</file>